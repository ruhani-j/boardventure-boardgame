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69" r:id="rId4"/>
    <p:sldId id="270" r:id="rId5"/>
    <p:sldId id="271" r:id="rId6"/>
    <p:sldId id="259" r:id="rId7"/>
    <p:sldId id="260" r:id="rId8"/>
    <p:sldId id="261" r:id="rId9"/>
    <p:sldId id="262" r:id="rId10"/>
    <p:sldId id="263" r:id="rId11"/>
    <p:sldId id="264" r:id="rId12"/>
    <p:sldId id="268" r:id="rId13"/>
    <p:sldId id="267" r:id="rId14"/>
    <p:sldId id="27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66" d="100"/>
          <a:sy n="66" d="100"/>
        </p:scale>
        <p:origin x="0" y="0"/>
      </p:cViewPr>
      <p:guideLst/>
    </p:cSldViewPr>
  </p:slide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uhani Jindal" userId="29e04c13-a62b-4946-9cb0-ed846c343292" providerId="ADAL" clId="{C1CCD531-1C8F-45EA-97D2-DD1E446F83D4}"/>
    <pc:docChg chg="custSel addSld modSld">
      <pc:chgData name="Ruhani Jindal" userId="29e04c13-a62b-4946-9cb0-ed846c343292" providerId="ADAL" clId="{C1CCD531-1C8F-45EA-97D2-DD1E446F83D4}" dt="2025-03-13T19:27:37.408" v="513" actId="27636"/>
      <pc:docMkLst>
        <pc:docMk/>
      </pc:docMkLst>
      <pc:sldChg chg="modSp new mod modNotesTx">
        <pc:chgData name="Ruhani Jindal" userId="29e04c13-a62b-4946-9cb0-ed846c343292" providerId="ADAL" clId="{C1CCD531-1C8F-45EA-97D2-DD1E446F83D4}" dt="2025-03-11T16:16:46.597" v="71" actId="20577"/>
        <pc:sldMkLst>
          <pc:docMk/>
          <pc:sldMk cId="3709404340" sldId="256"/>
        </pc:sldMkLst>
        <pc:spChg chg="mod">
          <ac:chgData name="Ruhani Jindal" userId="29e04c13-a62b-4946-9cb0-ed846c343292" providerId="ADAL" clId="{C1CCD531-1C8F-45EA-97D2-DD1E446F83D4}" dt="2025-03-11T16:16:07.194" v="11" actId="20577"/>
          <ac:spMkLst>
            <pc:docMk/>
            <pc:sldMk cId="3709404340" sldId="256"/>
            <ac:spMk id="2" creationId="{E3B5E84F-6817-E7C8-E782-515D503C1C0D}"/>
          </ac:spMkLst>
        </pc:spChg>
        <pc:spChg chg="mod">
          <ac:chgData name="Ruhani Jindal" userId="29e04c13-a62b-4946-9cb0-ed846c343292" providerId="ADAL" clId="{C1CCD531-1C8F-45EA-97D2-DD1E446F83D4}" dt="2025-03-11T16:16:30.373" v="60" actId="20577"/>
          <ac:spMkLst>
            <pc:docMk/>
            <pc:sldMk cId="3709404340" sldId="256"/>
            <ac:spMk id="3" creationId="{5DC9382C-C974-E0FF-A6AF-4EF60359F122}"/>
          </ac:spMkLst>
        </pc:spChg>
      </pc:sldChg>
      <pc:sldChg chg="modSp new mod modNotesTx">
        <pc:chgData name="Ruhani Jindal" userId="29e04c13-a62b-4946-9cb0-ed846c343292" providerId="ADAL" clId="{C1CCD531-1C8F-45EA-97D2-DD1E446F83D4}" dt="2025-03-13T19:27:37.408" v="513" actId="27636"/>
        <pc:sldMkLst>
          <pc:docMk/>
          <pc:sldMk cId="949715886" sldId="257"/>
        </pc:sldMkLst>
        <pc:spChg chg="mod">
          <ac:chgData name="Ruhani Jindal" userId="29e04c13-a62b-4946-9cb0-ed846c343292" providerId="ADAL" clId="{C1CCD531-1C8F-45EA-97D2-DD1E446F83D4}" dt="2025-03-11T16:16:57.540" v="92" actId="20577"/>
          <ac:spMkLst>
            <pc:docMk/>
            <pc:sldMk cId="949715886" sldId="257"/>
            <ac:spMk id="2" creationId="{DFD1CF72-C5F7-87F3-2521-D6D48040BDB3}"/>
          </ac:spMkLst>
        </pc:spChg>
      </pc:sldChg>
      <pc:sldChg chg="modSp new mod">
        <pc:chgData name="Ruhani Jindal" userId="29e04c13-a62b-4946-9cb0-ed846c343292" providerId="ADAL" clId="{C1CCD531-1C8F-45EA-97D2-DD1E446F83D4}" dt="2025-03-11T16:22:48.544" v="449" actId="20577"/>
        <pc:sldMkLst>
          <pc:docMk/>
          <pc:sldMk cId="1195967888" sldId="258"/>
        </pc:sldMkLst>
      </pc:sldChg>
    </pc:docChg>
  </pc:docChgLst>
  <pc:docChgLst>
    <pc:chgData name="Jolomi Isaac Eddi" userId="3debcb2c-ecbe-4350-b256-e61380c26588" providerId="ADAL" clId="{AC57011C-CA1B-4E4D-AD2E-55FE264F4799}"/>
    <pc:docChg chg="undo custSel modSld">
      <pc:chgData name="Jolomi Isaac Eddi" userId="3debcb2c-ecbe-4350-b256-e61380c26588" providerId="ADAL" clId="{AC57011C-CA1B-4E4D-AD2E-55FE264F4799}" dt="2025-04-01T17:41:16.924" v="914" actId="255"/>
      <pc:docMkLst>
        <pc:docMk/>
      </pc:docMkLst>
      <pc:sldChg chg="addSp delSp modSp mod setBg">
        <pc:chgData name="Jolomi Isaac Eddi" userId="3debcb2c-ecbe-4350-b256-e61380c26588" providerId="ADAL" clId="{AC57011C-CA1B-4E4D-AD2E-55FE264F4799}" dt="2025-04-01T17:28:33.051" v="468" actId="20577"/>
        <pc:sldMkLst>
          <pc:docMk/>
          <pc:sldMk cId="997759297" sldId="259"/>
        </pc:sldMkLst>
        <pc:spChg chg="mod">
          <ac:chgData name="Jolomi Isaac Eddi" userId="3debcb2c-ecbe-4350-b256-e61380c26588" providerId="ADAL" clId="{AC57011C-CA1B-4E4D-AD2E-55FE264F4799}" dt="2025-04-01T17:26:02.070" v="214" actId="26606"/>
          <ac:spMkLst>
            <pc:docMk/>
            <pc:sldMk cId="997759297" sldId="259"/>
            <ac:spMk id="2" creationId="{7E123580-F0CC-DE7A-2183-26664A7E4D18}"/>
          </ac:spMkLst>
        </pc:spChg>
        <pc:spChg chg="del mod">
          <ac:chgData name="Jolomi Isaac Eddi" userId="3debcb2c-ecbe-4350-b256-e61380c26588" providerId="ADAL" clId="{AC57011C-CA1B-4E4D-AD2E-55FE264F4799}" dt="2025-04-01T17:25:10.498" v="206" actId="931"/>
          <ac:spMkLst>
            <pc:docMk/>
            <pc:sldMk cId="997759297" sldId="259"/>
            <ac:spMk id="3" creationId="{EDEF6DDA-4BDC-ED4A-A59D-EF41683D4171}"/>
          </ac:spMkLst>
        </pc:spChg>
        <pc:spChg chg="add del">
          <ac:chgData name="Jolomi Isaac Eddi" userId="3debcb2c-ecbe-4350-b256-e61380c26588" providerId="ADAL" clId="{AC57011C-CA1B-4E4D-AD2E-55FE264F4799}" dt="2025-04-01T17:25:53.121" v="213" actId="931"/>
          <ac:spMkLst>
            <pc:docMk/>
            <pc:sldMk cId="997759297" sldId="259"/>
            <ac:spMk id="9" creationId="{36612155-8FD5-CD33-4B4B-1619A77FD4F2}"/>
          </ac:spMkLst>
        </pc:spChg>
        <pc:spChg chg="add del">
          <ac:chgData name="Jolomi Isaac Eddi" userId="3debcb2c-ecbe-4350-b256-e61380c26588" providerId="ADAL" clId="{AC57011C-CA1B-4E4D-AD2E-55FE264F4799}" dt="2025-04-01T17:26:02.070" v="214" actId="26606"/>
          <ac:spMkLst>
            <pc:docMk/>
            <pc:sldMk cId="997759297" sldId="259"/>
            <ac:spMk id="12" creationId="{327D73B4-9F5C-4A64-A179-51B9500CB8B5}"/>
          </ac:spMkLst>
        </pc:spChg>
        <pc:spChg chg="add del">
          <ac:chgData name="Jolomi Isaac Eddi" userId="3debcb2c-ecbe-4350-b256-e61380c26588" providerId="ADAL" clId="{AC57011C-CA1B-4E4D-AD2E-55FE264F4799}" dt="2025-04-01T17:26:02.070" v="214" actId="26606"/>
          <ac:spMkLst>
            <pc:docMk/>
            <pc:sldMk cId="997759297" sldId="259"/>
            <ac:spMk id="14" creationId="{D0F14822-B1F1-4730-A131-C3416A790B0D}"/>
          </ac:spMkLst>
        </pc:spChg>
        <pc:spChg chg="add del">
          <ac:chgData name="Jolomi Isaac Eddi" userId="3debcb2c-ecbe-4350-b256-e61380c26588" providerId="ADAL" clId="{AC57011C-CA1B-4E4D-AD2E-55FE264F4799}" dt="2025-04-01T17:26:02.070" v="214" actId="26606"/>
          <ac:spMkLst>
            <pc:docMk/>
            <pc:sldMk cId="997759297" sldId="259"/>
            <ac:spMk id="16" creationId="{063F1D6B-3845-4F68-9803-39000080ECE7}"/>
          </ac:spMkLst>
        </pc:spChg>
        <pc:spChg chg="add mod">
          <ac:chgData name="Jolomi Isaac Eddi" userId="3debcb2c-ecbe-4350-b256-e61380c26588" providerId="ADAL" clId="{AC57011C-CA1B-4E4D-AD2E-55FE264F4799}" dt="2025-04-01T17:28:33.051" v="468" actId="20577"/>
          <ac:spMkLst>
            <pc:docMk/>
            <pc:sldMk cId="997759297" sldId="259"/>
            <ac:spMk id="27" creationId="{F1BEF013-DE31-6A52-DE37-7EBD7B23EB82}"/>
          </ac:spMkLst>
        </pc:spChg>
        <pc:spChg chg="add">
          <ac:chgData name="Jolomi Isaac Eddi" userId="3debcb2c-ecbe-4350-b256-e61380c26588" providerId="ADAL" clId="{AC57011C-CA1B-4E4D-AD2E-55FE264F4799}" dt="2025-04-01T17:26:02.070" v="214" actId="26606"/>
          <ac:spMkLst>
            <pc:docMk/>
            <pc:sldMk cId="997759297" sldId="259"/>
            <ac:spMk id="30" creationId="{327D73B4-9F5C-4A64-A179-51B9500CB8B5}"/>
          </ac:spMkLst>
        </pc:spChg>
        <pc:spChg chg="add">
          <ac:chgData name="Jolomi Isaac Eddi" userId="3debcb2c-ecbe-4350-b256-e61380c26588" providerId="ADAL" clId="{AC57011C-CA1B-4E4D-AD2E-55FE264F4799}" dt="2025-04-01T17:26:02.070" v="214" actId="26606"/>
          <ac:spMkLst>
            <pc:docMk/>
            <pc:sldMk cId="997759297" sldId="259"/>
            <ac:spMk id="32" creationId="{85D33C90-E0E9-4BCC-847B-53431DF7C73A}"/>
          </ac:spMkLst>
        </pc:spChg>
        <pc:spChg chg="add">
          <ac:chgData name="Jolomi Isaac Eddi" userId="3debcb2c-ecbe-4350-b256-e61380c26588" providerId="ADAL" clId="{AC57011C-CA1B-4E4D-AD2E-55FE264F4799}" dt="2025-04-01T17:26:02.070" v="214" actId="26606"/>
          <ac:spMkLst>
            <pc:docMk/>
            <pc:sldMk cId="997759297" sldId="259"/>
            <ac:spMk id="34" creationId="{0743BE1B-E693-47F5-A9BA-46D13E0C9751}"/>
          </ac:spMkLst>
        </pc:spChg>
        <pc:spChg chg="add">
          <ac:chgData name="Jolomi Isaac Eddi" userId="3debcb2c-ecbe-4350-b256-e61380c26588" providerId="ADAL" clId="{AC57011C-CA1B-4E4D-AD2E-55FE264F4799}" dt="2025-04-01T17:26:02.070" v="214" actId="26606"/>
          <ac:spMkLst>
            <pc:docMk/>
            <pc:sldMk cId="997759297" sldId="259"/>
            <ac:spMk id="40" creationId="{1453BF6C-B012-48B7-B4E8-6D7AC7C27D02}"/>
          </ac:spMkLst>
        </pc:spChg>
        <pc:spChg chg="add">
          <ac:chgData name="Jolomi Isaac Eddi" userId="3debcb2c-ecbe-4350-b256-e61380c26588" providerId="ADAL" clId="{AC57011C-CA1B-4E4D-AD2E-55FE264F4799}" dt="2025-04-01T17:26:02.070" v="214" actId="26606"/>
          <ac:spMkLst>
            <pc:docMk/>
            <pc:sldMk cId="997759297" sldId="259"/>
            <ac:spMk id="42" creationId="{D0F14822-B1F1-4730-A131-C3416A790B0D}"/>
          </ac:spMkLst>
        </pc:spChg>
        <pc:grpChg chg="add">
          <ac:chgData name="Jolomi Isaac Eddi" userId="3debcb2c-ecbe-4350-b256-e61380c26588" providerId="ADAL" clId="{AC57011C-CA1B-4E4D-AD2E-55FE264F4799}" dt="2025-04-01T17:25:40.122" v="212" actId="26606"/>
          <ac:grpSpMkLst>
            <pc:docMk/>
            <pc:sldMk cId="997759297" sldId="259"/>
            <ac:grpSpMk id="18" creationId="{C6C6FA52-B664-419A-A212-125E50579D98}"/>
          </ac:grpSpMkLst>
        </pc:grpChg>
        <pc:picChg chg="add mod ord">
          <ac:chgData name="Jolomi Isaac Eddi" userId="3debcb2c-ecbe-4350-b256-e61380c26588" providerId="ADAL" clId="{AC57011C-CA1B-4E4D-AD2E-55FE264F4799}" dt="2025-04-01T17:25:40.122" v="212" actId="26606"/>
          <ac:picMkLst>
            <pc:docMk/>
            <pc:sldMk cId="997759297" sldId="259"/>
            <ac:picMk id="4" creationId="{31AF8375-08E0-9073-9D30-BC5654138073}"/>
          </ac:picMkLst>
        </pc:picChg>
        <pc:picChg chg="add mod">
          <ac:chgData name="Jolomi Isaac Eddi" userId="3debcb2c-ecbe-4350-b256-e61380c26588" providerId="ADAL" clId="{AC57011C-CA1B-4E4D-AD2E-55FE264F4799}" dt="2025-04-01T17:25:40.122" v="212" actId="26606"/>
          <ac:picMkLst>
            <pc:docMk/>
            <pc:sldMk cId="997759297" sldId="259"/>
            <ac:picMk id="5" creationId="{B75FB4F6-9B1E-A414-4ABB-07BBE8B5B80D}"/>
          </ac:picMkLst>
        </pc:picChg>
        <pc:picChg chg="add mod ord">
          <ac:chgData name="Jolomi Isaac Eddi" userId="3debcb2c-ecbe-4350-b256-e61380c26588" providerId="ADAL" clId="{AC57011C-CA1B-4E4D-AD2E-55FE264F4799}" dt="2025-04-01T17:25:53.121" v="213" actId="931"/>
          <ac:picMkLst>
            <pc:docMk/>
            <pc:sldMk cId="997759297" sldId="259"/>
            <ac:picMk id="6" creationId="{638C955F-F5CC-F0FC-8216-A1873359ECC1}"/>
          </ac:picMkLst>
        </pc:picChg>
        <pc:cxnChg chg="add">
          <ac:chgData name="Jolomi Isaac Eddi" userId="3debcb2c-ecbe-4350-b256-e61380c26588" providerId="ADAL" clId="{AC57011C-CA1B-4E4D-AD2E-55FE264F4799}" dt="2025-04-01T17:25:40.122" v="212" actId="26606"/>
          <ac:cxnSpMkLst>
            <pc:docMk/>
            <pc:sldMk cId="997759297" sldId="259"/>
            <ac:cxnSpMk id="23" creationId="{C49DA8F6-BCC1-4447-B54C-57856834B94B}"/>
          </ac:cxnSpMkLst>
        </pc:cxnChg>
      </pc:sldChg>
      <pc:sldChg chg="addSp modSp mod setBg">
        <pc:chgData name="Jolomi Isaac Eddi" userId="3debcb2c-ecbe-4350-b256-e61380c26588" providerId="ADAL" clId="{AC57011C-CA1B-4E4D-AD2E-55FE264F4799}" dt="2025-04-01T17:33:05.172" v="511" actId="1076"/>
        <pc:sldMkLst>
          <pc:docMk/>
          <pc:sldMk cId="1890467871" sldId="261"/>
        </pc:sldMkLst>
        <pc:spChg chg="mod">
          <ac:chgData name="Jolomi Isaac Eddi" userId="3debcb2c-ecbe-4350-b256-e61380c26588" providerId="ADAL" clId="{AC57011C-CA1B-4E4D-AD2E-55FE264F4799}" dt="2025-04-01T17:32:55.078" v="510" actId="26606"/>
          <ac:spMkLst>
            <pc:docMk/>
            <pc:sldMk cId="1890467871" sldId="261"/>
            <ac:spMk id="2" creationId="{EEFBEDE6-3A20-06C0-A89C-71844D0DB233}"/>
          </ac:spMkLst>
        </pc:spChg>
        <pc:spChg chg="mod">
          <ac:chgData name="Jolomi Isaac Eddi" userId="3debcb2c-ecbe-4350-b256-e61380c26588" providerId="ADAL" clId="{AC57011C-CA1B-4E4D-AD2E-55FE264F4799}" dt="2025-04-01T17:33:05.172" v="511" actId="1076"/>
          <ac:spMkLst>
            <pc:docMk/>
            <pc:sldMk cId="1890467871" sldId="261"/>
            <ac:spMk id="3" creationId="{68F85A70-3174-35FD-5C28-D368622BE349}"/>
          </ac:spMkLst>
        </pc:spChg>
        <pc:spChg chg="add">
          <ac:chgData name="Jolomi Isaac Eddi" userId="3debcb2c-ecbe-4350-b256-e61380c26588" providerId="ADAL" clId="{AC57011C-CA1B-4E4D-AD2E-55FE264F4799}" dt="2025-04-01T17:32:55.078" v="510" actId="26606"/>
          <ac:spMkLst>
            <pc:docMk/>
            <pc:sldMk cId="1890467871" sldId="261"/>
            <ac:spMk id="9" creationId="{C0763A76-9F1C-4FC5-82B7-DD475DA461B2}"/>
          </ac:spMkLst>
        </pc:spChg>
        <pc:spChg chg="add">
          <ac:chgData name="Jolomi Isaac Eddi" userId="3debcb2c-ecbe-4350-b256-e61380c26588" providerId="ADAL" clId="{AC57011C-CA1B-4E4D-AD2E-55FE264F4799}" dt="2025-04-01T17:32:55.078" v="510" actId="26606"/>
          <ac:spMkLst>
            <pc:docMk/>
            <pc:sldMk cId="1890467871" sldId="261"/>
            <ac:spMk id="11" creationId="{E81BF4F6-F2CF-4984-9D14-D6966D92F99F}"/>
          </ac:spMkLst>
        </pc:spChg>
        <pc:picChg chg="add">
          <ac:chgData name="Jolomi Isaac Eddi" userId="3debcb2c-ecbe-4350-b256-e61380c26588" providerId="ADAL" clId="{AC57011C-CA1B-4E4D-AD2E-55FE264F4799}" dt="2025-04-01T17:32:55.078" v="510" actId="26606"/>
          <ac:picMkLst>
            <pc:docMk/>
            <pc:sldMk cId="1890467871" sldId="261"/>
            <ac:picMk id="5" creationId="{63EFAE99-91B3-768E-CECB-203C25B89C42}"/>
          </ac:picMkLst>
        </pc:picChg>
      </pc:sldChg>
      <pc:sldChg chg="addSp modSp mod setBg">
        <pc:chgData name="Jolomi Isaac Eddi" userId="3debcb2c-ecbe-4350-b256-e61380c26588" providerId="ADAL" clId="{AC57011C-CA1B-4E4D-AD2E-55FE264F4799}" dt="2025-04-01T17:41:16.924" v="914" actId="255"/>
        <pc:sldMkLst>
          <pc:docMk/>
          <pc:sldMk cId="4114709094" sldId="263"/>
        </pc:sldMkLst>
        <pc:spChg chg="mod">
          <ac:chgData name="Jolomi Isaac Eddi" userId="3debcb2c-ecbe-4350-b256-e61380c26588" providerId="ADAL" clId="{AC57011C-CA1B-4E4D-AD2E-55FE264F4799}" dt="2025-04-01T17:36:06.298" v="528" actId="26606"/>
          <ac:spMkLst>
            <pc:docMk/>
            <pc:sldMk cId="4114709094" sldId="263"/>
            <ac:spMk id="2" creationId="{57089720-0F75-4EE2-D37C-0D1FC6859BE8}"/>
          </ac:spMkLst>
        </pc:spChg>
        <pc:spChg chg="mod">
          <ac:chgData name="Jolomi Isaac Eddi" userId="3debcb2c-ecbe-4350-b256-e61380c26588" providerId="ADAL" clId="{AC57011C-CA1B-4E4D-AD2E-55FE264F4799}" dt="2025-04-01T17:41:16.924" v="914" actId="255"/>
          <ac:spMkLst>
            <pc:docMk/>
            <pc:sldMk cId="4114709094" sldId="263"/>
            <ac:spMk id="3" creationId="{46D888B9-B3E4-E4AD-5327-5369403B7168}"/>
          </ac:spMkLst>
        </pc:spChg>
        <pc:spChg chg="add">
          <ac:chgData name="Jolomi Isaac Eddi" userId="3debcb2c-ecbe-4350-b256-e61380c26588" providerId="ADAL" clId="{AC57011C-CA1B-4E4D-AD2E-55FE264F4799}" dt="2025-04-01T17:36:06.298" v="528" actId="26606"/>
          <ac:spMkLst>
            <pc:docMk/>
            <pc:sldMk cId="4114709094" sldId="263"/>
            <ac:spMk id="9" creationId="{C0763A76-9F1C-4FC5-82B7-DD475DA461B2}"/>
          </ac:spMkLst>
        </pc:spChg>
        <pc:spChg chg="add">
          <ac:chgData name="Jolomi Isaac Eddi" userId="3debcb2c-ecbe-4350-b256-e61380c26588" providerId="ADAL" clId="{AC57011C-CA1B-4E4D-AD2E-55FE264F4799}" dt="2025-04-01T17:36:06.298" v="528" actId="26606"/>
          <ac:spMkLst>
            <pc:docMk/>
            <pc:sldMk cId="4114709094" sldId="263"/>
            <ac:spMk id="11" creationId="{E81BF4F6-F2CF-4984-9D14-D6966D92F99F}"/>
          </ac:spMkLst>
        </pc:spChg>
        <pc:picChg chg="add">
          <ac:chgData name="Jolomi Isaac Eddi" userId="3debcb2c-ecbe-4350-b256-e61380c26588" providerId="ADAL" clId="{AC57011C-CA1B-4E4D-AD2E-55FE264F4799}" dt="2025-04-01T17:36:06.298" v="528" actId="26606"/>
          <ac:picMkLst>
            <pc:docMk/>
            <pc:sldMk cId="4114709094" sldId="263"/>
            <ac:picMk id="5" creationId="{8EE04ACF-7EDF-F9B3-345E-6E3433F88DA4}"/>
          </ac:picMkLst>
        </pc:picChg>
      </pc:sldChg>
      <pc:sldChg chg="addSp modSp mod setBg">
        <pc:chgData name="Jolomi Isaac Eddi" userId="3debcb2c-ecbe-4350-b256-e61380c26588" providerId="ADAL" clId="{AC57011C-CA1B-4E4D-AD2E-55FE264F4799}" dt="2025-04-01T17:40:28.845" v="907" actId="255"/>
        <pc:sldMkLst>
          <pc:docMk/>
          <pc:sldMk cId="4217055521" sldId="268"/>
        </pc:sldMkLst>
        <pc:spChg chg="mod">
          <ac:chgData name="Jolomi Isaac Eddi" userId="3debcb2c-ecbe-4350-b256-e61380c26588" providerId="ADAL" clId="{AC57011C-CA1B-4E4D-AD2E-55FE264F4799}" dt="2025-04-01T17:40:18.529" v="906" actId="26606"/>
          <ac:spMkLst>
            <pc:docMk/>
            <pc:sldMk cId="4217055521" sldId="268"/>
            <ac:spMk id="2" creationId="{C7E3DA8D-9711-376E-B631-2AB880587AB0}"/>
          </ac:spMkLst>
        </pc:spChg>
        <pc:spChg chg="mod">
          <ac:chgData name="Jolomi Isaac Eddi" userId="3debcb2c-ecbe-4350-b256-e61380c26588" providerId="ADAL" clId="{AC57011C-CA1B-4E4D-AD2E-55FE264F4799}" dt="2025-04-01T17:40:28.845" v="907" actId="255"/>
          <ac:spMkLst>
            <pc:docMk/>
            <pc:sldMk cId="4217055521" sldId="268"/>
            <ac:spMk id="3" creationId="{65A4729E-276A-B0BA-77E3-1F86C6BB386A}"/>
          </ac:spMkLst>
        </pc:spChg>
        <pc:picChg chg="add">
          <ac:chgData name="Jolomi Isaac Eddi" userId="3debcb2c-ecbe-4350-b256-e61380c26588" providerId="ADAL" clId="{AC57011C-CA1B-4E4D-AD2E-55FE264F4799}" dt="2025-04-01T17:40:18.529" v="906" actId="26606"/>
          <ac:picMkLst>
            <pc:docMk/>
            <pc:sldMk cId="4217055521" sldId="268"/>
            <ac:picMk id="5" creationId="{96040FDF-2A66-E99B-8883-5AD1977F8EF6}"/>
          </ac:picMkLst>
        </pc:picChg>
        <pc:cxnChg chg="add">
          <ac:chgData name="Jolomi Isaac Eddi" userId="3debcb2c-ecbe-4350-b256-e61380c26588" providerId="ADAL" clId="{AC57011C-CA1B-4E4D-AD2E-55FE264F4799}" dt="2025-04-01T17:40:18.529" v="906" actId="26606"/>
          <ac:cxnSpMkLst>
            <pc:docMk/>
            <pc:sldMk cId="4217055521" sldId="268"/>
            <ac:cxnSpMk id="9" creationId="{1503BFE4-729B-D9D0-C17B-501E6AF1127A}"/>
          </ac:cxnSpMkLst>
        </pc:cxnChg>
      </pc:sldChg>
      <pc:sldChg chg="addSp modSp mod setBg">
        <pc:chgData name="Jolomi Isaac Eddi" userId="3debcb2c-ecbe-4350-b256-e61380c26588" providerId="ADAL" clId="{AC57011C-CA1B-4E4D-AD2E-55FE264F4799}" dt="2025-04-01T17:32:24.337" v="509" actId="22"/>
        <pc:sldMkLst>
          <pc:docMk/>
          <pc:sldMk cId="2688035726" sldId="270"/>
        </pc:sldMkLst>
        <pc:spChg chg="mod">
          <ac:chgData name="Jolomi Isaac Eddi" userId="3debcb2c-ecbe-4350-b256-e61380c26588" providerId="ADAL" clId="{AC57011C-CA1B-4E4D-AD2E-55FE264F4799}" dt="2025-04-01T17:21:34.922" v="124" actId="14100"/>
          <ac:spMkLst>
            <pc:docMk/>
            <pc:sldMk cId="2688035726" sldId="270"/>
            <ac:spMk id="2" creationId="{977279A3-B0F1-86AA-EFF7-64E1E092AEE5}"/>
          </ac:spMkLst>
        </pc:spChg>
        <pc:spChg chg="mod">
          <ac:chgData name="Jolomi Isaac Eddi" userId="3debcb2c-ecbe-4350-b256-e61380c26588" providerId="ADAL" clId="{AC57011C-CA1B-4E4D-AD2E-55FE264F4799}" dt="2025-04-01T17:28:52.702" v="470" actId="20577"/>
          <ac:spMkLst>
            <pc:docMk/>
            <pc:sldMk cId="2688035726" sldId="270"/>
            <ac:spMk id="3" creationId="{00B2264F-CD13-CEC9-9163-1E6DD73BF28B}"/>
          </ac:spMkLst>
        </pc:spChg>
        <pc:picChg chg="add">
          <ac:chgData name="Jolomi Isaac Eddi" userId="3debcb2c-ecbe-4350-b256-e61380c26588" providerId="ADAL" clId="{AC57011C-CA1B-4E4D-AD2E-55FE264F4799}" dt="2025-04-01T17:32:24.337" v="509" actId="22"/>
          <ac:picMkLst>
            <pc:docMk/>
            <pc:sldMk cId="2688035726" sldId="270"/>
            <ac:picMk id="6" creationId="{8485EADA-064C-CF30-B305-A8A00B4FD654}"/>
          </ac:picMkLst>
        </pc:picChg>
      </pc:sldChg>
      <pc:sldChg chg="modSp">
        <pc:chgData name="Jolomi Isaac Eddi" userId="3debcb2c-ecbe-4350-b256-e61380c26588" providerId="ADAL" clId="{AC57011C-CA1B-4E4D-AD2E-55FE264F4799}" dt="2025-04-01T17:11:05.445" v="1" actId="14100"/>
        <pc:sldMkLst>
          <pc:docMk/>
          <pc:sldMk cId="1888115014" sldId="271"/>
        </pc:sldMkLst>
        <pc:picChg chg="mod">
          <ac:chgData name="Jolomi Isaac Eddi" userId="3debcb2c-ecbe-4350-b256-e61380c26588" providerId="ADAL" clId="{AC57011C-CA1B-4E4D-AD2E-55FE264F4799}" dt="2025-04-01T17:11:05.445" v="1" actId="14100"/>
          <ac:picMkLst>
            <pc:docMk/>
            <pc:sldMk cId="1888115014" sldId="271"/>
            <ac:picMk id="6" creationId="{3C8BCD3E-36B0-8A0B-1560-8370E44F157E}"/>
          </ac:picMkLst>
        </pc:picChg>
      </pc:sldChg>
    </pc:docChg>
  </pc:docChgLst>
  <pc:docChgLst>
    <pc:chgData name="Celeste Araceli Lopez Boulton" userId="S::lopezboulton-c@webmail.uwinnipeg.ca::97082120-51f3-4f9a-906e-866e30b0fa94" providerId="AD" clId="Web-{710B1808-F872-F1F6-B7C4-C7D7C0F794B9}"/>
    <pc:docChg chg="modSld">
      <pc:chgData name="Celeste Araceli Lopez Boulton" userId="S::lopezboulton-c@webmail.uwinnipeg.ca::97082120-51f3-4f9a-906e-866e30b0fa94" providerId="AD" clId="Web-{710B1808-F872-F1F6-B7C4-C7D7C0F794B9}" dt="2025-03-13T16:02:04.161" v="2" actId="20577"/>
      <pc:docMkLst>
        <pc:docMk/>
      </pc:docMkLst>
      <pc:sldChg chg="modSp">
        <pc:chgData name="Celeste Araceli Lopez Boulton" userId="S::lopezboulton-c@webmail.uwinnipeg.ca::97082120-51f3-4f9a-906e-866e30b0fa94" providerId="AD" clId="Web-{710B1808-F872-F1F6-B7C4-C7D7C0F794B9}" dt="2025-03-13T16:02:04.161" v="2" actId="20577"/>
        <pc:sldMkLst>
          <pc:docMk/>
          <pc:sldMk cId="1195967888" sldId="258"/>
        </pc:sldMkLst>
      </pc:sldChg>
    </pc:docChg>
  </pc:docChgLst>
  <pc:docChgLst>
    <pc:chgData name="Ruhani Jindal" userId="29e04c13-a62b-4946-9cb0-ed846c343292" providerId="ADAL" clId="{5F3BF617-CF8E-498E-829D-1C7060BFC06D}"/>
    <pc:docChg chg="undo custSel addSld delSld modSld sldOrd modMainMaster">
      <pc:chgData name="Ruhani Jindal" userId="29e04c13-a62b-4946-9cb0-ed846c343292" providerId="ADAL" clId="{5F3BF617-CF8E-498E-829D-1C7060BFC06D}" dt="2025-03-29T22:11:04.732" v="1731" actId="20577"/>
      <pc:docMkLst>
        <pc:docMk/>
      </pc:docMkLst>
      <pc:sldChg chg="addSp modSp mod modTransition setBg addAnim setClrOvrMap">
        <pc:chgData name="Ruhani Jindal" userId="29e04c13-a62b-4946-9cb0-ed846c343292" providerId="ADAL" clId="{5F3BF617-CF8E-498E-829D-1C7060BFC06D}" dt="2025-03-29T22:09:21.217" v="1566"/>
        <pc:sldMkLst>
          <pc:docMk/>
          <pc:sldMk cId="3709404340" sldId="256"/>
        </pc:sldMkLst>
        <pc:spChg chg="mod">
          <ac:chgData name="Ruhani Jindal" userId="29e04c13-a62b-4946-9cb0-ed846c343292" providerId="ADAL" clId="{5F3BF617-CF8E-498E-829D-1C7060BFC06D}" dt="2025-03-29T21:57:31.934" v="1186" actId="26606"/>
          <ac:spMkLst>
            <pc:docMk/>
            <pc:sldMk cId="3709404340" sldId="256"/>
            <ac:spMk id="2" creationId="{E3B5E84F-6817-E7C8-E782-515D503C1C0D}"/>
          </ac:spMkLst>
        </pc:spChg>
        <pc:spChg chg="mod">
          <ac:chgData name="Ruhani Jindal" userId="29e04c13-a62b-4946-9cb0-ed846c343292" providerId="ADAL" clId="{5F3BF617-CF8E-498E-829D-1C7060BFC06D}" dt="2025-03-29T21:57:31.934" v="1186" actId="26606"/>
          <ac:spMkLst>
            <pc:docMk/>
            <pc:sldMk cId="3709404340" sldId="256"/>
            <ac:spMk id="3" creationId="{5DC9382C-C974-E0FF-A6AF-4EF60359F122}"/>
          </ac:spMkLst>
        </pc:spChg>
        <pc:spChg chg="add">
          <ac:chgData name="Ruhani Jindal" userId="29e04c13-a62b-4946-9cb0-ed846c343292" providerId="ADAL" clId="{5F3BF617-CF8E-498E-829D-1C7060BFC06D}" dt="2025-03-29T21:57:31.934" v="1186" actId="26606"/>
          <ac:spMkLst>
            <pc:docMk/>
            <pc:sldMk cId="3709404340" sldId="256"/>
            <ac:spMk id="9" creationId="{71B2258F-86CA-4D4D-8270-BC05FCDEBFB3}"/>
          </ac:spMkLst>
        </pc:spChg>
        <pc:picChg chg="add">
          <ac:chgData name="Ruhani Jindal" userId="29e04c13-a62b-4946-9cb0-ed846c343292" providerId="ADAL" clId="{5F3BF617-CF8E-498E-829D-1C7060BFC06D}" dt="2025-03-29T21:57:31.934" v="1186" actId="26606"/>
          <ac:picMkLst>
            <pc:docMk/>
            <pc:sldMk cId="3709404340" sldId="256"/>
            <ac:picMk id="5" creationId="{ED7C190E-D4C8-60C0-BD7E-3F88928A5798}"/>
          </ac:picMkLst>
        </pc:picChg>
      </pc:sldChg>
      <pc:sldChg chg="addSp delSp modSp mod modTransition setBg setClrOvrMap modNotesTx">
        <pc:chgData name="Ruhani Jindal" userId="29e04c13-a62b-4946-9cb0-ed846c343292" providerId="ADAL" clId="{5F3BF617-CF8E-498E-829D-1C7060BFC06D}" dt="2025-03-29T22:11:04.732" v="1731" actId="20577"/>
        <pc:sldMkLst>
          <pc:docMk/>
          <pc:sldMk cId="949715886" sldId="257"/>
        </pc:sldMkLst>
        <pc:spChg chg="mod">
          <ac:chgData name="Ruhani Jindal" userId="29e04c13-a62b-4946-9cb0-ed846c343292" providerId="ADAL" clId="{5F3BF617-CF8E-498E-829D-1C7060BFC06D}" dt="2025-03-29T21:57:44.773" v="1191" actId="26606"/>
          <ac:spMkLst>
            <pc:docMk/>
            <pc:sldMk cId="949715886" sldId="257"/>
            <ac:spMk id="2" creationId="{DFD1CF72-C5F7-87F3-2521-D6D48040BDB3}"/>
          </ac:spMkLst>
        </pc:spChg>
        <pc:spChg chg="add">
          <ac:chgData name="Ruhani Jindal" userId="29e04c13-a62b-4946-9cb0-ed846c343292" providerId="ADAL" clId="{5F3BF617-CF8E-498E-829D-1C7060BFC06D}" dt="2025-03-29T21:57:44.773" v="1191" actId="26606"/>
          <ac:spMkLst>
            <pc:docMk/>
            <pc:sldMk cId="949715886" sldId="257"/>
            <ac:spMk id="10" creationId="{9228552E-C8B1-4A80-8448-0787CE0FC704}"/>
          </ac:spMkLst>
        </pc:spChg>
        <pc:graphicFrameChg chg="add mod">
          <ac:chgData name="Ruhani Jindal" userId="29e04c13-a62b-4946-9cb0-ed846c343292" providerId="ADAL" clId="{5F3BF617-CF8E-498E-829D-1C7060BFC06D}" dt="2025-03-29T22:10:50.278" v="1730" actId="20577"/>
          <ac:graphicFrameMkLst>
            <pc:docMk/>
            <pc:sldMk cId="949715886" sldId="257"/>
            <ac:graphicFrameMk id="13" creationId="{A328983C-E102-0A12-1F22-349B60D24ACA}"/>
          </ac:graphicFrameMkLst>
        </pc:graphicFrameChg>
        <pc:picChg chg="add">
          <ac:chgData name="Ruhani Jindal" userId="29e04c13-a62b-4946-9cb0-ed846c343292" providerId="ADAL" clId="{5F3BF617-CF8E-498E-829D-1C7060BFC06D}" dt="2025-03-29T21:57:44.773" v="1191" actId="26606"/>
          <ac:picMkLst>
            <pc:docMk/>
            <pc:sldMk cId="949715886" sldId="257"/>
            <ac:picMk id="6" creationId="{C4D6C5D4-6316-5788-1B28-2EB5E1F67B3E}"/>
          </ac:picMkLst>
        </pc:picChg>
      </pc:sldChg>
      <pc:sldChg chg="del mod modShow">
        <pc:chgData name="Ruhani Jindal" userId="29e04c13-a62b-4946-9cb0-ed846c343292" providerId="ADAL" clId="{5F3BF617-CF8E-498E-829D-1C7060BFC06D}" dt="2025-03-29T21:57:57.471" v="1192" actId="47"/>
        <pc:sldMkLst>
          <pc:docMk/>
          <pc:sldMk cId="1195967888" sldId="258"/>
        </pc:sldMkLst>
      </pc:sldChg>
      <pc:sldChg chg="modSp mod modTransition modNotesTx">
        <pc:chgData name="Ruhani Jindal" userId="29e04c13-a62b-4946-9cb0-ed846c343292" providerId="ADAL" clId="{5F3BF617-CF8E-498E-829D-1C7060BFC06D}" dt="2025-03-29T22:09:17.067" v="1565"/>
        <pc:sldMkLst>
          <pc:docMk/>
          <pc:sldMk cId="997759297" sldId="259"/>
        </pc:sldMkLst>
        <pc:spChg chg="mod">
          <ac:chgData name="Ruhani Jindal" userId="29e04c13-a62b-4946-9cb0-ed846c343292" providerId="ADAL" clId="{5F3BF617-CF8E-498E-829D-1C7060BFC06D}" dt="2025-03-18T18:29:37.916" v="165" actId="21"/>
          <ac:spMkLst>
            <pc:docMk/>
            <pc:sldMk cId="997759297" sldId="259"/>
            <ac:spMk id="2" creationId="{7E123580-F0CC-DE7A-2183-26664A7E4D18}"/>
          </ac:spMkLst>
        </pc:spChg>
      </pc:sldChg>
      <pc:sldChg chg="addSp delSp modSp mod modTransition setBg setClrOvrMap modNotesTx">
        <pc:chgData name="Ruhani Jindal" userId="29e04c13-a62b-4946-9cb0-ed846c343292" providerId="ADAL" clId="{5F3BF617-CF8E-498E-829D-1C7060BFC06D}" dt="2025-03-29T22:09:17.067" v="1565"/>
        <pc:sldMkLst>
          <pc:docMk/>
          <pc:sldMk cId="4198774309" sldId="260"/>
        </pc:sldMkLst>
        <pc:spChg chg="mod">
          <ac:chgData name="Ruhani Jindal" userId="29e04c13-a62b-4946-9cb0-ed846c343292" providerId="ADAL" clId="{5F3BF617-CF8E-498E-829D-1C7060BFC06D}" dt="2025-03-29T21:59:51.816" v="1366" actId="26606"/>
          <ac:spMkLst>
            <pc:docMk/>
            <pc:sldMk cId="4198774309" sldId="260"/>
            <ac:spMk id="2" creationId="{988AFE55-AC80-2C68-07DD-13A6BBB95AD2}"/>
          </ac:spMkLst>
        </pc:spChg>
        <pc:spChg chg="add">
          <ac:chgData name="Ruhani Jindal" userId="29e04c13-a62b-4946-9cb0-ed846c343292" providerId="ADAL" clId="{5F3BF617-CF8E-498E-829D-1C7060BFC06D}" dt="2025-03-29T22:00:05.960" v="1367" actId="26606"/>
          <ac:spMkLst>
            <pc:docMk/>
            <pc:sldMk cId="4198774309" sldId="260"/>
            <ac:spMk id="15" creationId="{9228552E-C8B1-4A80-8448-0787CE0FC704}"/>
          </ac:spMkLst>
        </pc:spChg>
        <pc:graphicFrameChg chg="add mod modGraphic">
          <ac:chgData name="Ruhani Jindal" userId="29e04c13-a62b-4946-9cb0-ed846c343292" providerId="ADAL" clId="{5F3BF617-CF8E-498E-829D-1C7060BFC06D}" dt="2025-03-29T22:00:11.424" v="1369" actId="20577"/>
          <ac:graphicFrameMkLst>
            <pc:docMk/>
            <pc:sldMk cId="4198774309" sldId="260"/>
            <ac:graphicFrameMk id="5" creationId="{B57FA9A8-98FA-D592-9E87-9E7B25BDEABE}"/>
          </ac:graphicFrameMkLst>
        </pc:graphicFrameChg>
        <pc:picChg chg="add">
          <ac:chgData name="Ruhani Jindal" userId="29e04c13-a62b-4946-9cb0-ed846c343292" providerId="ADAL" clId="{5F3BF617-CF8E-498E-829D-1C7060BFC06D}" dt="2025-03-29T21:59:51.816" v="1366" actId="26606"/>
          <ac:picMkLst>
            <pc:docMk/>
            <pc:sldMk cId="4198774309" sldId="260"/>
            <ac:picMk id="6" creationId="{61F8E14D-9524-696F-9439-B914FC19A88F}"/>
          </ac:picMkLst>
        </pc:picChg>
      </pc:sldChg>
      <pc:sldChg chg="modSp mod modTransition modNotesTx">
        <pc:chgData name="Ruhani Jindal" userId="29e04c13-a62b-4946-9cb0-ed846c343292" providerId="ADAL" clId="{5F3BF617-CF8E-498E-829D-1C7060BFC06D}" dt="2025-03-29T22:09:17.067" v="1565"/>
        <pc:sldMkLst>
          <pc:docMk/>
          <pc:sldMk cId="1890467871" sldId="261"/>
        </pc:sldMkLst>
        <pc:spChg chg="mod">
          <ac:chgData name="Ruhani Jindal" userId="29e04c13-a62b-4946-9cb0-ed846c343292" providerId="ADAL" clId="{5F3BF617-CF8E-498E-829D-1C7060BFC06D}" dt="2025-03-29T22:04:00.623" v="1380" actId="20577"/>
          <ac:spMkLst>
            <pc:docMk/>
            <pc:sldMk cId="1890467871" sldId="261"/>
            <ac:spMk id="2" creationId="{EEFBEDE6-3A20-06C0-A89C-71844D0DB233}"/>
          </ac:spMkLst>
        </pc:spChg>
      </pc:sldChg>
      <pc:sldChg chg="addSp delSp modSp mod modTransition setBg modNotesTx">
        <pc:chgData name="Ruhani Jindal" userId="29e04c13-a62b-4946-9cb0-ed846c343292" providerId="ADAL" clId="{5F3BF617-CF8E-498E-829D-1C7060BFC06D}" dt="2025-03-29T22:09:17.067" v="1565"/>
        <pc:sldMkLst>
          <pc:docMk/>
          <pc:sldMk cId="97532851" sldId="262"/>
        </pc:sldMkLst>
        <pc:spChg chg="mod">
          <ac:chgData name="Ruhani Jindal" userId="29e04c13-a62b-4946-9cb0-ed846c343292" providerId="ADAL" clId="{5F3BF617-CF8E-498E-829D-1C7060BFC06D}" dt="2025-03-29T22:03:15.760" v="1375" actId="26606"/>
          <ac:spMkLst>
            <pc:docMk/>
            <pc:sldMk cId="97532851" sldId="262"/>
            <ac:spMk id="2" creationId="{D6BD1F79-CA94-9B1F-660C-923F548F108E}"/>
          </ac:spMkLst>
        </pc:spChg>
        <pc:spChg chg="add">
          <ac:chgData name="Ruhani Jindal" userId="29e04c13-a62b-4946-9cb0-ed846c343292" providerId="ADAL" clId="{5F3BF617-CF8E-498E-829D-1C7060BFC06D}" dt="2025-03-29T22:03:15.760" v="1375" actId="26606"/>
          <ac:spMkLst>
            <pc:docMk/>
            <pc:sldMk cId="97532851" sldId="262"/>
            <ac:spMk id="9" creationId="{9DBC8166-481C-4473-95F5-9A5B9073B7F1}"/>
          </ac:spMkLst>
        </pc:spChg>
        <pc:spChg chg="add">
          <ac:chgData name="Ruhani Jindal" userId="29e04c13-a62b-4946-9cb0-ed846c343292" providerId="ADAL" clId="{5F3BF617-CF8E-498E-829D-1C7060BFC06D}" dt="2025-03-29T22:03:15.760" v="1375" actId="26606"/>
          <ac:spMkLst>
            <pc:docMk/>
            <pc:sldMk cId="97532851" sldId="262"/>
            <ac:spMk id="11" creationId="{A5A5CE6E-90AF-4D43-A014-1F9EC83EB93D}"/>
          </ac:spMkLst>
        </pc:spChg>
        <pc:graphicFrameChg chg="add">
          <ac:chgData name="Ruhani Jindal" userId="29e04c13-a62b-4946-9cb0-ed846c343292" providerId="ADAL" clId="{5F3BF617-CF8E-498E-829D-1C7060BFC06D}" dt="2025-03-29T22:03:15.760" v="1375" actId="26606"/>
          <ac:graphicFrameMkLst>
            <pc:docMk/>
            <pc:sldMk cId="97532851" sldId="262"/>
            <ac:graphicFrameMk id="5" creationId="{46DD8225-213B-20F4-FDA2-84C46CC052A5}"/>
          </ac:graphicFrameMkLst>
        </pc:graphicFrameChg>
      </pc:sldChg>
      <pc:sldChg chg="modSp mod modTransition modNotesTx">
        <pc:chgData name="Ruhani Jindal" userId="29e04c13-a62b-4946-9cb0-ed846c343292" providerId="ADAL" clId="{5F3BF617-CF8E-498E-829D-1C7060BFC06D}" dt="2025-03-29T22:09:17.067" v="1565"/>
        <pc:sldMkLst>
          <pc:docMk/>
          <pc:sldMk cId="4114709094" sldId="263"/>
        </pc:sldMkLst>
        <pc:spChg chg="mod">
          <ac:chgData name="Ruhani Jindal" userId="29e04c13-a62b-4946-9cb0-ed846c343292" providerId="ADAL" clId="{5F3BF617-CF8E-498E-829D-1C7060BFC06D}" dt="2025-03-18T18:44:17.787" v="213" actId="20577"/>
          <ac:spMkLst>
            <pc:docMk/>
            <pc:sldMk cId="4114709094" sldId="263"/>
            <ac:spMk id="2" creationId="{57089720-0F75-4EE2-D37C-0D1FC6859BE8}"/>
          </ac:spMkLst>
        </pc:spChg>
      </pc:sldChg>
      <pc:sldChg chg="addSp delSp modSp mod modTransition setBg modNotesTx">
        <pc:chgData name="Ruhani Jindal" userId="29e04c13-a62b-4946-9cb0-ed846c343292" providerId="ADAL" clId="{5F3BF617-CF8E-498E-829D-1C7060BFC06D}" dt="2025-03-29T22:09:17.067" v="1565"/>
        <pc:sldMkLst>
          <pc:docMk/>
          <pc:sldMk cId="868102763" sldId="264"/>
        </pc:sldMkLst>
        <pc:spChg chg="mod">
          <ac:chgData name="Ruhani Jindal" userId="29e04c13-a62b-4946-9cb0-ed846c343292" providerId="ADAL" clId="{5F3BF617-CF8E-498E-829D-1C7060BFC06D}" dt="2025-03-29T22:03:32.488" v="1377" actId="26606"/>
          <ac:spMkLst>
            <pc:docMk/>
            <pc:sldMk cId="868102763" sldId="264"/>
            <ac:spMk id="2" creationId="{6E8BEEED-FB40-62A4-FD56-BEB4932E4BF3}"/>
          </ac:spMkLst>
        </pc:spChg>
        <pc:spChg chg="add">
          <ac:chgData name="Ruhani Jindal" userId="29e04c13-a62b-4946-9cb0-ed846c343292" providerId="ADAL" clId="{5F3BF617-CF8E-498E-829D-1C7060BFC06D}" dt="2025-03-29T22:03:32.488" v="1377" actId="26606"/>
          <ac:spMkLst>
            <pc:docMk/>
            <pc:sldMk cId="868102763" sldId="264"/>
            <ac:spMk id="10" creationId="{D4771268-CB57-404A-9271-370EB28F6090}"/>
          </ac:spMkLst>
        </pc:spChg>
        <pc:picChg chg="add mod">
          <ac:chgData name="Ruhani Jindal" userId="29e04c13-a62b-4946-9cb0-ed846c343292" providerId="ADAL" clId="{5F3BF617-CF8E-498E-829D-1C7060BFC06D}" dt="2025-03-29T22:03:32.488" v="1377" actId="26606"/>
          <ac:picMkLst>
            <pc:docMk/>
            <pc:sldMk cId="868102763" sldId="264"/>
            <ac:picMk id="5" creationId="{4445179B-0E83-D781-E29C-DA40F9664CA2}"/>
          </ac:picMkLst>
        </pc:picChg>
      </pc:sldChg>
      <pc:sldChg chg="modSp del mod">
        <pc:chgData name="Ruhani Jindal" userId="29e04c13-a62b-4946-9cb0-ed846c343292" providerId="ADAL" clId="{5F3BF617-CF8E-498E-829D-1C7060BFC06D}" dt="2025-03-25T20:03:14.009" v="470" actId="47"/>
        <pc:sldMkLst>
          <pc:docMk/>
          <pc:sldMk cId="1344118624" sldId="265"/>
        </pc:sldMkLst>
      </pc:sldChg>
      <pc:sldChg chg="modSp del mod">
        <pc:chgData name="Ruhani Jindal" userId="29e04c13-a62b-4946-9cb0-ed846c343292" providerId="ADAL" clId="{5F3BF617-CF8E-498E-829D-1C7060BFC06D}" dt="2025-03-25T20:03:11.810" v="469" actId="47"/>
        <pc:sldMkLst>
          <pc:docMk/>
          <pc:sldMk cId="1067571827" sldId="266"/>
        </pc:sldMkLst>
      </pc:sldChg>
      <pc:sldChg chg="addSp modSp mod ord modTransition setBg modNotesTx">
        <pc:chgData name="Ruhani Jindal" userId="29e04c13-a62b-4946-9cb0-ed846c343292" providerId="ADAL" clId="{5F3BF617-CF8E-498E-829D-1C7060BFC06D}" dt="2025-03-29T22:09:17.067" v="1565"/>
        <pc:sldMkLst>
          <pc:docMk/>
          <pc:sldMk cId="1815529166" sldId="267"/>
        </pc:sldMkLst>
        <pc:spChg chg="mod">
          <ac:chgData name="Ruhani Jindal" userId="29e04c13-a62b-4946-9cb0-ed846c343292" providerId="ADAL" clId="{5F3BF617-CF8E-498E-829D-1C7060BFC06D}" dt="2025-03-29T22:06:13.004" v="1560" actId="20577"/>
          <ac:spMkLst>
            <pc:docMk/>
            <pc:sldMk cId="1815529166" sldId="267"/>
            <ac:spMk id="2" creationId="{23641FF6-ED27-A495-5171-9F0C0B25619D}"/>
          </ac:spMkLst>
        </pc:spChg>
        <pc:spChg chg="mod">
          <ac:chgData name="Ruhani Jindal" userId="29e04c13-a62b-4946-9cb0-ed846c343292" providerId="ADAL" clId="{5F3BF617-CF8E-498E-829D-1C7060BFC06D}" dt="2025-03-29T22:06:07.912" v="1551" actId="26606"/>
          <ac:spMkLst>
            <pc:docMk/>
            <pc:sldMk cId="1815529166" sldId="267"/>
            <ac:spMk id="3" creationId="{6BD240B9-550C-3603-5FFC-BDE960498D27}"/>
          </ac:spMkLst>
        </pc:spChg>
        <pc:spChg chg="add">
          <ac:chgData name="Ruhani Jindal" userId="29e04c13-a62b-4946-9cb0-ed846c343292" providerId="ADAL" clId="{5F3BF617-CF8E-498E-829D-1C7060BFC06D}" dt="2025-03-29T22:06:07.912" v="1551" actId="26606"/>
          <ac:spMkLst>
            <pc:docMk/>
            <pc:sldMk cId="1815529166" sldId="267"/>
            <ac:spMk id="9" creationId="{9F7D5CDA-D291-4307-BF55-1381FED29634}"/>
          </ac:spMkLst>
        </pc:spChg>
        <pc:picChg chg="add">
          <ac:chgData name="Ruhani Jindal" userId="29e04c13-a62b-4946-9cb0-ed846c343292" providerId="ADAL" clId="{5F3BF617-CF8E-498E-829D-1C7060BFC06D}" dt="2025-03-29T22:06:07.912" v="1551" actId="26606"/>
          <ac:picMkLst>
            <pc:docMk/>
            <pc:sldMk cId="1815529166" sldId="267"/>
            <ac:picMk id="5" creationId="{8BA358DF-75CB-FD3B-1884-5FD43DDAA9BD}"/>
          </ac:picMkLst>
        </pc:picChg>
      </pc:sldChg>
      <pc:sldChg chg="modSp mod ord modTransition">
        <pc:chgData name="Ruhani Jindal" userId="29e04c13-a62b-4946-9cb0-ed846c343292" providerId="ADAL" clId="{5F3BF617-CF8E-498E-829D-1C7060BFC06D}" dt="2025-03-29T22:09:17.067" v="1565"/>
        <pc:sldMkLst>
          <pc:docMk/>
          <pc:sldMk cId="4217055521" sldId="268"/>
        </pc:sldMkLst>
        <pc:spChg chg="mod">
          <ac:chgData name="Ruhani Jindal" userId="29e04c13-a62b-4946-9cb0-ed846c343292" providerId="ADAL" clId="{5F3BF617-CF8E-498E-829D-1C7060BFC06D}" dt="2025-03-18T18:45:14.230" v="319" actId="20577"/>
          <ac:spMkLst>
            <pc:docMk/>
            <pc:sldMk cId="4217055521" sldId="268"/>
            <ac:spMk id="2" creationId="{C7E3DA8D-9711-376E-B631-2AB880587AB0}"/>
          </ac:spMkLst>
        </pc:spChg>
      </pc:sldChg>
      <pc:sldChg chg="addSp modSp new mod modTransition setBg setClrOvrMap modNotesTx">
        <pc:chgData name="Ruhani Jindal" userId="29e04c13-a62b-4946-9cb0-ed846c343292" providerId="ADAL" clId="{5F3BF617-CF8E-498E-829D-1C7060BFC06D}" dt="2025-03-29T22:09:17.067" v="1565"/>
        <pc:sldMkLst>
          <pc:docMk/>
          <pc:sldMk cId="257784255" sldId="269"/>
        </pc:sldMkLst>
        <pc:spChg chg="mod">
          <ac:chgData name="Ruhani Jindal" userId="29e04c13-a62b-4946-9cb0-ed846c343292" providerId="ADAL" clId="{5F3BF617-CF8E-498E-829D-1C7060BFC06D}" dt="2025-03-29T21:58:04.696" v="1193" actId="26606"/>
          <ac:spMkLst>
            <pc:docMk/>
            <pc:sldMk cId="257784255" sldId="269"/>
            <ac:spMk id="2" creationId="{6C24FBAE-2FF9-BB91-A382-0E941EFB3495}"/>
          </ac:spMkLst>
        </pc:spChg>
        <pc:spChg chg="mod">
          <ac:chgData name="Ruhani Jindal" userId="29e04c13-a62b-4946-9cb0-ed846c343292" providerId="ADAL" clId="{5F3BF617-CF8E-498E-829D-1C7060BFC06D}" dt="2025-03-29T21:58:04.696" v="1193" actId="26606"/>
          <ac:spMkLst>
            <pc:docMk/>
            <pc:sldMk cId="257784255" sldId="269"/>
            <ac:spMk id="3" creationId="{67F78EF0-B17C-96A9-D7FB-37909988802F}"/>
          </ac:spMkLst>
        </pc:spChg>
        <pc:spChg chg="add">
          <ac:chgData name="Ruhani Jindal" userId="29e04c13-a62b-4946-9cb0-ed846c343292" providerId="ADAL" clId="{5F3BF617-CF8E-498E-829D-1C7060BFC06D}" dt="2025-03-29T21:58:04.696" v="1193" actId="26606"/>
          <ac:spMkLst>
            <pc:docMk/>
            <pc:sldMk cId="257784255" sldId="269"/>
            <ac:spMk id="9" creationId="{9228552E-C8B1-4A80-8448-0787CE0FC704}"/>
          </ac:spMkLst>
        </pc:spChg>
        <pc:picChg chg="add">
          <ac:chgData name="Ruhani Jindal" userId="29e04c13-a62b-4946-9cb0-ed846c343292" providerId="ADAL" clId="{5F3BF617-CF8E-498E-829D-1C7060BFC06D}" dt="2025-03-29T21:58:04.696" v="1193" actId="26606"/>
          <ac:picMkLst>
            <pc:docMk/>
            <pc:sldMk cId="257784255" sldId="269"/>
            <ac:picMk id="5" creationId="{15031552-660F-FF9B-7AF4-C4D8159E7D5E}"/>
          </ac:picMkLst>
        </pc:picChg>
      </pc:sldChg>
      <pc:sldChg chg="modSp new mod modTransition modNotesTx">
        <pc:chgData name="Ruhani Jindal" userId="29e04c13-a62b-4946-9cb0-ed846c343292" providerId="ADAL" clId="{5F3BF617-CF8E-498E-829D-1C7060BFC06D}" dt="2025-03-29T22:09:26.730" v="1567" actId="20577"/>
        <pc:sldMkLst>
          <pc:docMk/>
          <pc:sldMk cId="2688035726" sldId="270"/>
        </pc:sldMkLst>
        <pc:spChg chg="mod">
          <ac:chgData name="Ruhani Jindal" userId="29e04c13-a62b-4946-9cb0-ed846c343292" providerId="ADAL" clId="{5F3BF617-CF8E-498E-829D-1C7060BFC06D}" dt="2025-03-18T18:29:52.084" v="180" actId="20577"/>
          <ac:spMkLst>
            <pc:docMk/>
            <pc:sldMk cId="2688035726" sldId="270"/>
            <ac:spMk id="2" creationId="{977279A3-B0F1-86AA-EFF7-64E1E092AEE5}"/>
          </ac:spMkLst>
        </pc:spChg>
        <pc:spChg chg="mod">
          <ac:chgData name="Ruhani Jindal" userId="29e04c13-a62b-4946-9cb0-ed846c343292" providerId="ADAL" clId="{5F3BF617-CF8E-498E-829D-1C7060BFC06D}" dt="2025-03-29T22:09:26.730" v="1567" actId="20577"/>
          <ac:spMkLst>
            <pc:docMk/>
            <pc:sldMk cId="2688035726" sldId="270"/>
            <ac:spMk id="3" creationId="{00B2264F-CD13-CEC9-9163-1E6DD73BF28B}"/>
          </ac:spMkLst>
        </pc:spChg>
      </pc:sldChg>
      <pc:sldChg chg="addSp delSp modSp new mod modTransition setBg setClrOvrMap modNotesTx">
        <pc:chgData name="Ruhani Jindal" userId="29e04c13-a62b-4946-9cb0-ed846c343292" providerId="ADAL" clId="{5F3BF617-CF8E-498E-829D-1C7060BFC06D}" dt="2025-03-29T22:09:17.067" v="1565"/>
        <pc:sldMkLst>
          <pc:docMk/>
          <pc:sldMk cId="1888115014" sldId="271"/>
        </pc:sldMkLst>
        <pc:spChg chg="mod">
          <ac:chgData name="Ruhani Jindal" userId="29e04c13-a62b-4946-9cb0-ed846c343292" providerId="ADAL" clId="{5F3BF617-CF8E-498E-829D-1C7060BFC06D}" dt="2025-03-29T21:58:17.716" v="1194" actId="26606"/>
          <ac:spMkLst>
            <pc:docMk/>
            <pc:sldMk cId="1888115014" sldId="271"/>
            <ac:spMk id="2" creationId="{E61543B0-4749-C5DE-3A14-0634C9E6D2A6}"/>
          </ac:spMkLst>
        </pc:spChg>
        <pc:spChg chg="add">
          <ac:chgData name="Ruhani Jindal" userId="29e04c13-a62b-4946-9cb0-ed846c343292" providerId="ADAL" clId="{5F3BF617-CF8E-498E-829D-1C7060BFC06D}" dt="2025-03-29T21:58:17.716" v="1194" actId="26606"/>
          <ac:spMkLst>
            <pc:docMk/>
            <pc:sldMk cId="1888115014" sldId="271"/>
            <ac:spMk id="10" creationId="{9228552E-C8B1-4A80-8448-0787CE0FC704}"/>
          </ac:spMkLst>
        </pc:spChg>
        <pc:graphicFrameChg chg="add">
          <ac:chgData name="Ruhani Jindal" userId="29e04c13-a62b-4946-9cb0-ed846c343292" providerId="ADAL" clId="{5F3BF617-CF8E-498E-829D-1C7060BFC06D}" dt="2025-03-29T21:58:17.716" v="1194" actId="26606"/>
          <ac:graphicFrameMkLst>
            <pc:docMk/>
            <pc:sldMk cId="1888115014" sldId="271"/>
            <ac:graphicFrameMk id="5" creationId="{D0416BD9-C6A6-5B35-1EDE-97ECA006FFAE}"/>
          </ac:graphicFrameMkLst>
        </pc:graphicFrameChg>
        <pc:picChg chg="add">
          <ac:chgData name="Ruhani Jindal" userId="29e04c13-a62b-4946-9cb0-ed846c343292" providerId="ADAL" clId="{5F3BF617-CF8E-498E-829D-1C7060BFC06D}" dt="2025-03-29T21:58:17.716" v="1194" actId="26606"/>
          <ac:picMkLst>
            <pc:docMk/>
            <pc:sldMk cId="1888115014" sldId="271"/>
            <ac:picMk id="6" creationId="{3C8BCD3E-36B0-8A0B-1560-8370E44F157E}"/>
          </ac:picMkLst>
        </pc:picChg>
      </pc:sldChg>
      <pc:sldChg chg="addSp delSp modSp new mod modTransition setBg addAnim setClrOvrMap">
        <pc:chgData name="Ruhani Jindal" userId="29e04c13-a62b-4946-9cb0-ed846c343292" providerId="ADAL" clId="{5F3BF617-CF8E-498E-829D-1C7060BFC06D}" dt="2025-03-29T22:09:17.067" v="1565"/>
        <pc:sldMkLst>
          <pc:docMk/>
          <pc:sldMk cId="629730554" sldId="272"/>
        </pc:sldMkLst>
        <pc:spChg chg="mod">
          <ac:chgData name="Ruhani Jindal" userId="29e04c13-a62b-4946-9cb0-ed846c343292" providerId="ADAL" clId="{5F3BF617-CF8E-498E-829D-1C7060BFC06D}" dt="2025-03-29T22:06:18.568" v="1561" actId="26606"/>
          <ac:spMkLst>
            <pc:docMk/>
            <pc:sldMk cId="629730554" sldId="272"/>
            <ac:spMk id="2" creationId="{E414268C-EE77-9174-EB21-C0C3C513B2FC}"/>
          </ac:spMkLst>
        </pc:spChg>
        <pc:spChg chg="add">
          <ac:chgData name="Ruhani Jindal" userId="29e04c13-a62b-4946-9cb0-ed846c343292" providerId="ADAL" clId="{5F3BF617-CF8E-498E-829D-1C7060BFC06D}" dt="2025-03-29T22:06:18.568" v="1561" actId="26606"/>
          <ac:spMkLst>
            <pc:docMk/>
            <pc:sldMk cId="629730554" sldId="272"/>
            <ac:spMk id="8" creationId="{71B2258F-86CA-4D4D-8270-BC05FCDEBFB3}"/>
          </ac:spMkLst>
        </pc:spChg>
        <pc:picChg chg="add">
          <ac:chgData name="Ruhani Jindal" userId="29e04c13-a62b-4946-9cb0-ed846c343292" providerId="ADAL" clId="{5F3BF617-CF8E-498E-829D-1C7060BFC06D}" dt="2025-03-29T22:06:18.568" v="1561" actId="26606"/>
          <ac:picMkLst>
            <pc:docMk/>
            <pc:sldMk cId="629730554" sldId="272"/>
            <ac:picMk id="4" creationId="{5468AC78-9429-58C1-E276-A917FC03D1C1}"/>
          </ac:picMkLst>
        </pc:picChg>
      </pc:sldChg>
      <pc:sldMasterChg chg="modTransition modSldLayout">
        <pc:chgData name="Ruhani Jindal" userId="29e04c13-a62b-4946-9cb0-ed846c343292" providerId="ADAL" clId="{5F3BF617-CF8E-498E-829D-1C7060BFC06D}" dt="2025-03-29T22:09:17.067" v="1565"/>
        <pc:sldMasterMkLst>
          <pc:docMk/>
          <pc:sldMasterMk cId="2532196983" sldId="2147483648"/>
        </pc:sldMasterMkLst>
        <pc:sldLayoutChg chg="modTransition">
          <pc:chgData name="Ruhani Jindal" userId="29e04c13-a62b-4946-9cb0-ed846c343292" providerId="ADAL" clId="{5F3BF617-CF8E-498E-829D-1C7060BFC06D}" dt="2025-03-29T22:09:17.067" v="1565"/>
          <pc:sldLayoutMkLst>
            <pc:docMk/>
            <pc:sldMasterMk cId="2532196983" sldId="2147483648"/>
            <pc:sldLayoutMk cId="1575475051" sldId="2147483649"/>
          </pc:sldLayoutMkLst>
        </pc:sldLayoutChg>
        <pc:sldLayoutChg chg="modTransition">
          <pc:chgData name="Ruhani Jindal" userId="29e04c13-a62b-4946-9cb0-ed846c343292" providerId="ADAL" clId="{5F3BF617-CF8E-498E-829D-1C7060BFC06D}" dt="2025-03-29T22:09:17.067" v="1565"/>
          <pc:sldLayoutMkLst>
            <pc:docMk/>
            <pc:sldMasterMk cId="2532196983" sldId="2147483648"/>
            <pc:sldLayoutMk cId="1587242880" sldId="2147483650"/>
          </pc:sldLayoutMkLst>
        </pc:sldLayoutChg>
        <pc:sldLayoutChg chg="modTransition">
          <pc:chgData name="Ruhani Jindal" userId="29e04c13-a62b-4946-9cb0-ed846c343292" providerId="ADAL" clId="{5F3BF617-CF8E-498E-829D-1C7060BFC06D}" dt="2025-03-29T22:09:17.067" v="1565"/>
          <pc:sldLayoutMkLst>
            <pc:docMk/>
            <pc:sldMasterMk cId="2532196983" sldId="2147483648"/>
            <pc:sldLayoutMk cId="2971611624" sldId="2147483651"/>
          </pc:sldLayoutMkLst>
        </pc:sldLayoutChg>
        <pc:sldLayoutChg chg="modTransition">
          <pc:chgData name="Ruhani Jindal" userId="29e04c13-a62b-4946-9cb0-ed846c343292" providerId="ADAL" clId="{5F3BF617-CF8E-498E-829D-1C7060BFC06D}" dt="2025-03-29T22:09:17.067" v="1565"/>
          <pc:sldLayoutMkLst>
            <pc:docMk/>
            <pc:sldMasterMk cId="2532196983" sldId="2147483648"/>
            <pc:sldLayoutMk cId="648399050" sldId="2147483652"/>
          </pc:sldLayoutMkLst>
        </pc:sldLayoutChg>
        <pc:sldLayoutChg chg="modTransition">
          <pc:chgData name="Ruhani Jindal" userId="29e04c13-a62b-4946-9cb0-ed846c343292" providerId="ADAL" clId="{5F3BF617-CF8E-498E-829D-1C7060BFC06D}" dt="2025-03-29T22:09:17.067" v="1565"/>
          <pc:sldLayoutMkLst>
            <pc:docMk/>
            <pc:sldMasterMk cId="2532196983" sldId="2147483648"/>
            <pc:sldLayoutMk cId="316207832" sldId="2147483653"/>
          </pc:sldLayoutMkLst>
        </pc:sldLayoutChg>
        <pc:sldLayoutChg chg="modTransition">
          <pc:chgData name="Ruhani Jindal" userId="29e04c13-a62b-4946-9cb0-ed846c343292" providerId="ADAL" clId="{5F3BF617-CF8E-498E-829D-1C7060BFC06D}" dt="2025-03-29T22:09:17.067" v="1565"/>
          <pc:sldLayoutMkLst>
            <pc:docMk/>
            <pc:sldMasterMk cId="2532196983" sldId="2147483648"/>
            <pc:sldLayoutMk cId="3350902151" sldId="2147483654"/>
          </pc:sldLayoutMkLst>
        </pc:sldLayoutChg>
        <pc:sldLayoutChg chg="modTransition">
          <pc:chgData name="Ruhani Jindal" userId="29e04c13-a62b-4946-9cb0-ed846c343292" providerId="ADAL" clId="{5F3BF617-CF8E-498E-829D-1C7060BFC06D}" dt="2025-03-29T22:09:17.067" v="1565"/>
          <pc:sldLayoutMkLst>
            <pc:docMk/>
            <pc:sldMasterMk cId="2532196983" sldId="2147483648"/>
            <pc:sldLayoutMk cId="3339780923" sldId="2147483655"/>
          </pc:sldLayoutMkLst>
        </pc:sldLayoutChg>
        <pc:sldLayoutChg chg="modTransition">
          <pc:chgData name="Ruhani Jindal" userId="29e04c13-a62b-4946-9cb0-ed846c343292" providerId="ADAL" clId="{5F3BF617-CF8E-498E-829D-1C7060BFC06D}" dt="2025-03-29T22:09:17.067" v="1565"/>
          <pc:sldLayoutMkLst>
            <pc:docMk/>
            <pc:sldMasterMk cId="2532196983" sldId="2147483648"/>
            <pc:sldLayoutMk cId="643125099" sldId="2147483656"/>
          </pc:sldLayoutMkLst>
        </pc:sldLayoutChg>
        <pc:sldLayoutChg chg="modTransition">
          <pc:chgData name="Ruhani Jindal" userId="29e04c13-a62b-4946-9cb0-ed846c343292" providerId="ADAL" clId="{5F3BF617-CF8E-498E-829D-1C7060BFC06D}" dt="2025-03-29T22:09:17.067" v="1565"/>
          <pc:sldLayoutMkLst>
            <pc:docMk/>
            <pc:sldMasterMk cId="2532196983" sldId="2147483648"/>
            <pc:sldLayoutMk cId="3197281338" sldId="2147483657"/>
          </pc:sldLayoutMkLst>
        </pc:sldLayoutChg>
        <pc:sldLayoutChg chg="modTransition">
          <pc:chgData name="Ruhani Jindal" userId="29e04c13-a62b-4946-9cb0-ed846c343292" providerId="ADAL" clId="{5F3BF617-CF8E-498E-829D-1C7060BFC06D}" dt="2025-03-29T22:09:17.067" v="1565"/>
          <pc:sldLayoutMkLst>
            <pc:docMk/>
            <pc:sldMasterMk cId="2532196983" sldId="2147483648"/>
            <pc:sldLayoutMk cId="1503388472" sldId="2147483658"/>
          </pc:sldLayoutMkLst>
        </pc:sldLayoutChg>
        <pc:sldLayoutChg chg="modTransition">
          <pc:chgData name="Ruhani Jindal" userId="29e04c13-a62b-4946-9cb0-ed846c343292" providerId="ADAL" clId="{5F3BF617-CF8E-498E-829D-1C7060BFC06D}" dt="2025-03-29T22:09:17.067" v="1565"/>
          <pc:sldLayoutMkLst>
            <pc:docMk/>
            <pc:sldMasterMk cId="2532196983" sldId="2147483648"/>
            <pc:sldLayoutMk cId="2928705891" sldId="2147483659"/>
          </pc:sldLayoutMkLst>
        </pc:sldLayoutChg>
      </pc:sldMasterChg>
    </pc:docChg>
  </pc:docChgLst>
  <pc:docChgLst>
    <pc:chgData name="Celeste Araceli Lopez Boulton" userId="S::lopezboulton-c@webmail.uwinnipeg.ca::97082120-51f3-4f9a-906e-866e30b0fa94" providerId="AD" clId="Web-{9E3029C8-0D9C-E7AF-9BB8-A1D1FA847131}"/>
    <pc:docChg chg="modSld">
      <pc:chgData name="Celeste Araceli Lopez Boulton" userId="S::lopezboulton-c@webmail.uwinnipeg.ca::97082120-51f3-4f9a-906e-866e30b0fa94" providerId="AD" clId="Web-{9E3029C8-0D9C-E7AF-9BB8-A1D1FA847131}" dt="2025-03-13T23:51:56.960" v="0" actId="1076"/>
      <pc:docMkLst>
        <pc:docMk/>
      </pc:docMkLst>
      <pc:sldChg chg="modSp">
        <pc:chgData name="Celeste Araceli Lopez Boulton" userId="S::lopezboulton-c@webmail.uwinnipeg.ca::97082120-51f3-4f9a-906e-866e30b0fa94" providerId="AD" clId="Web-{9E3029C8-0D9C-E7AF-9BB8-A1D1FA847131}" dt="2025-03-13T23:51:56.960" v="0" actId="1076"/>
        <pc:sldMkLst>
          <pc:docMk/>
          <pc:sldMk cId="949715886" sldId="257"/>
        </pc:sldMkLst>
      </pc:sldChg>
    </pc:docChg>
  </pc:docChgLst>
  <pc:docChgLst>
    <pc:chgData name="Celeste Araceli Lopez Boulton" userId="S::lopezboulton-c@webmail.uwinnipeg.ca::97082120-51f3-4f9a-906e-866e30b0fa94" providerId="AD" clId="Web-{09088BCE-D7BC-EDCF-C5FD-76EEA8816191}"/>
    <pc:docChg chg="addSld modSld sldOrd">
      <pc:chgData name="Celeste Araceli Lopez Boulton" userId="S::lopezboulton-c@webmail.uwinnipeg.ca::97082120-51f3-4f9a-906e-866e30b0fa94" providerId="AD" clId="Web-{09088BCE-D7BC-EDCF-C5FD-76EEA8816191}" dt="2025-03-13T16:05:46.163" v="187" actId="20577"/>
      <pc:docMkLst>
        <pc:docMk/>
      </pc:docMkLst>
      <pc:sldChg chg="modSp new">
        <pc:chgData name="Celeste Araceli Lopez Boulton" userId="S::lopezboulton-c@webmail.uwinnipeg.ca::97082120-51f3-4f9a-906e-866e30b0fa94" providerId="AD" clId="Web-{09088BCE-D7BC-EDCF-C5FD-76EEA8816191}" dt="2025-03-13T16:02:56.097" v="6" actId="20577"/>
        <pc:sldMkLst>
          <pc:docMk/>
          <pc:sldMk cId="997759297" sldId="259"/>
        </pc:sldMkLst>
        <pc:spChg chg="mod">
          <ac:chgData name="Celeste Araceli Lopez Boulton" userId="S::lopezboulton-c@webmail.uwinnipeg.ca::97082120-51f3-4f9a-906e-866e30b0fa94" providerId="AD" clId="Web-{09088BCE-D7BC-EDCF-C5FD-76EEA8816191}" dt="2025-03-13T16:02:56.097" v="6" actId="20577"/>
          <ac:spMkLst>
            <pc:docMk/>
            <pc:sldMk cId="997759297" sldId="259"/>
            <ac:spMk id="2" creationId="{7E123580-F0CC-DE7A-2183-26664A7E4D18}"/>
          </ac:spMkLst>
        </pc:spChg>
      </pc:sldChg>
      <pc:sldChg chg="modSp new">
        <pc:chgData name="Celeste Araceli Lopez Boulton" userId="S::lopezboulton-c@webmail.uwinnipeg.ca::97082120-51f3-4f9a-906e-866e30b0fa94" providerId="AD" clId="Web-{09088BCE-D7BC-EDCF-C5FD-76EEA8816191}" dt="2025-03-13T16:03:18.926" v="14" actId="20577"/>
        <pc:sldMkLst>
          <pc:docMk/>
          <pc:sldMk cId="4198774309" sldId="260"/>
        </pc:sldMkLst>
        <pc:spChg chg="mod">
          <ac:chgData name="Celeste Araceli Lopez Boulton" userId="S::lopezboulton-c@webmail.uwinnipeg.ca::97082120-51f3-4f9a-906e-866e30b0fa94" providerId="AD" clId="Web-{09088BCE-D7BC-EDCF-C5FD-76EEA8816191}" dt="2025-03-13T16:03:18.926" v="14" actId="20577"/>
          <ac:spMkLst>
            <pc:docMk/>
            <pc:sldMk cId="4198774309" sldId="260"/>
            <ac:spMk id="2" creationId="{988AFE55-AC80-2C68-07DD-13A6BBB95AD2}"/>
          </ac:spMkLst>
        </pc:spChg>
      </pc:sldChg>
      <pc:sldChg chg="modSp new">
        <pc:chgData name="Celeste Araceli Lopez Boulton" userId="S::lopezboulton-c@webmail.uwinnipeg.ca::97082120-51f3-4f9a-906e-866e30b0fa94" providerId="AD" clId="Web-{09088BCE-D7BC-EDCF-C5FD-76EEA8816191}" dt="2025-03-13T16:04:15.411" v="91" actId="20577"/>
        <pc:sldMkLst>
          <pc:docMk/>
          <pc:sldMk cId="1890467871" sldId="261"/>
        </pc:sldMkLst>
        <pc:spChg chg="mod">
          <ac:chgData name="Celeste Araceli Lopez Boulton" userId="S::lopezboulton-c@webmail.uwinnipeg.ca::97082120-51f3-4f9a-906e-866e30b0fa94" providerId="AD" clId="Web-{09088BCE-D7BC-EDCF-C5FD-76EEA8816191}" dt="2025-03-13T16:04:15.411" v="91" actId="20577"/>
          <ac:spMkLst>
            <pc:docMk/>
            <pc:sldMk cId="1890467871" sldId="261"/>
            <ac:spMk id="2" creationId="{EEFBEDE6-3A20-06C0-A89C-71844D0DB233}"/>
          </ac:spMkLst>
        </pc:spChg>
      </pc:sldChg>
      <pc:sldChg chg="modSp new">
        <pc:chgData name="Celeste Araceli Lopez Boulton" userId="S::lopezboulton-c@webmail.uwinnipeg.ca::97082120-51f3-4f9a-906e-866e30b0fa94" providerId="AD" clId="Web-{09088BCE-D7BC-EDCF-C5FD-76EEA8816191}" dt="2025-03-13T16:04:27.740" v="105" actId="20577"/>
        <pc:sldMkLst>
          <pc:docMk/>
          <pc:sldMk cId="97532851" sldId="262"/>
        </pc:sldMkLst>
        <pc:spChg chg="mod">
          <ac:chgData name="Celeste Araceli Lopez Boulton" userId="S::lopezboulton-c@webmail.uwinnipeg.ca::97082120-51f3-4f9a-906e-866e30b0fa94" providerId="AD" clId="Web-{09088BCE-D7BC-EDCF-C5FD-76EEA8816191}" dt="2025-03-13T16:04:27.740" v="105" actId="20577"/>
          <ac:spMkLst>
            <pc:docMk/>
            <pc:sldMk cId="97532851" sldId="262"/>
            <ac:spMk id="2" creationId="{D6BD1F79-CA94-9B1F-660C-923F548F108E}"/>
          </ac:spMkLst>
        </pc:spChg>
      </pc:sldChg>
      <pc:sldChg chg="modSp new">
        <pc:chgData name="Celeste Araceli Lopez Boulton" userId="S::lopezboulton-c@webmail.uwinnipeg.ca::97082120-51f3-4f9a-906e-866e30b0fa94" providerId="AD" clId="Web-{09088BCE-D7BC-EDCF-C5FD-76EEA8816191}" dt="2025-03-13T16:04:44.521" v="125" actId="20577"/>
        <pc:sldMkLst>
          <pc:docMk/>
          <pc:sldMk cId="4114709094" sldId="263"/>
        </pc:sldMkLst>
        <pc:spChg chg="mod">
          <ac:chgData name="Celeste Araceli Lopez Boulton" userId="S::lopezboulton-c@webmail.uwinnipeg.ca::97082120-51f3-4f9a-906e-866e30b0fa94" providerId="AD" clId="Web-{09088BCE-D7BC-EDCF-C5FD-76EEA8816191}" dt="2025-03-13T16:04:44.521" v="125" actId="20577"/>
          <ac:spMkLst>
            <pc:docMk/>
            <pc:sldMk cId="4114709094" sldId="263"/>
            <ac:spMk id="2" creationId="{57089720-0F75-4EE2-D37C-0D1FC6859BE8}"/>
          </ac:spMkLst>
        </pc:spChg>
      </pc:sldChg>
      <pc:sldChg chg="modSp new">
        <pc:chgData name="Celeste Araceli Lopez Boulton" userId="S::lopezboulton-c@webmail.uwinnipeg.ca::97082120-51f3-4f9a-906e-866e30b0fa94" providerId="AD" clId="Web-{09088BCE-D7BC-EDCF-C5FD-76EEA8816191}" dt="2025-03-13T16:05:02.506" v="145" actId="20577"/>
        <pc:sldMkLst>
          <pc:docMk/>
          <pc:sldMk cId="868102763" sldId="264"/>
        </pc:sldMkLst>
        <pc:spChg chg="mod">
          <ac:chgData name="Celeste Araceli Lopez Boulton" userId="S::lopezboulton-c@webmail.uwinnipeg.ca::97082120-51f3-4f9a-906e-866e30b0fa94" providerId="AD" clId="Web-{09088BCE-D7BC-EDCF-C5FD-76EEA8816191}" dt="2025-03-13T16:05:02.506" v="145" actId="20577"/>
          <ac:spMkLst>
            <pc:docMk/>
            <pc:sldMk cId="868102763" sldId="264"/>
            <ac:spMk id="2" creationId="{6E8BEEED-FB40-62A4-FD56-BEB4932E4BF3}"/>
          </ac:spMkLst>
        </pc:spChg>
      </pc:sldChg>
      <pc:sldChg chg="new">
        <pc:chgData name="Celeste Araceli Lopez Boulton" userId="S::lopezboulton-c@webmail.uwinnipeg.ca::97082120-51f3-4f9a-906e-866e30b0fa94" providerId="AD" clId="Web-{09088BCE-D7BC-EDCF-C5FD-76EEA8816191}" dt="2025-03-13T16:05:05.272" v="146"/>
        <pc:sldMkLst>
          <pc:docMk/>
          <pc:sldMk cId="1344118624" sldId="265"/>
        </pc:sldMkLst>
      </pc:sldChg>
      <pc:sldChg chg="modSp new">
        <pc:chgData name="Celeste Araceli Lopez Boulton" userId="S::lopezboulton-c@webmail.uwinnipeg.ca::97082120-51f3-4f9a-906e-866e30b0fa94" providerId="AD" clId="Web-{09088BCE-D7BC-EDCF-C5FD-76EEA8816191}" dt="2025-03-13T16:05:19.975" v="156" actId="20577"/>
        <pc:sldMkLst>
          <pc:docMk/>
          <pc:sldMk cId="1067571827" sldId="266"/>
        </pc:sldMkLst>
      </pc:sldChg>
      <pc:sldChg chg="modSp new">
        <pc:chgData name="Celeste Araceli Lopez Boulton" userId="S::lopezboulton-c@webmail.uwinnipeg.ca::97082120-51f3-4f9a-906e-866e30b0fa94" providerId="AD" clId="Web-{09088BCE-D7BC-EDCF-C5FD-76EEA8816191}" dt="2025-03-13T16:05:26.538" v="165" actId="20577"/>
        <pc:sldMkLst>
          <pc:docMk/>
          <pc:sldMk cId="1815529166" sldId="267"/>
        </pc:sldMkLst>
        <pc:spChg chg="mod">
          <ac:chgData name="Celeste Araceli Lopez Boulton" userId="S::lopezboulton-c@webmail.uwinnipeg.ca::97082120-51f3-4f9a-906e-866e30b0fa94" providerId="AD" clId="Web-{09088BCE-D7BC-EDCF-C5FD-76EEA8816191}" dt="2025-03-13T16:05:26.538" v="165" actId="20577"/>
          <ac:spMkLst>
            <pc:docMk/>
            <pc:sldMk cId="1815529166" sldId="267"/>
            <ac:spMk id="2" creationId="{23641FF6-ED27-A495-5171-9F0C0B25619D}"/>
          </ac:spMkLst>
        </pc:spChg>
      </pc:sldChg>
      <pc:sldChg chg="modSp new ord">
        <pc:chgData name="Celeste Araceli Lopez Boulton" userId="S::lopezboulton-c@webmail.uwinnipeg.ca::97082120-51f3-4f9a-906e-866e30b0fa94" providerId="AD" clId="Web-{09088BCE-D7BC-EDCF-C5FD-76EEA8816191}" dt="2025-03-13T16:05:46.163" v="187" actId="20577"/>
        <pc:sldMkLst>
          <pc:docMk/>
          <pc:sldMk cId="4217055521" sldId="268"/>
        </pc:sldMkLst>
        <pc:spChg chg="mod">
          <ac:chgData name="Celeste Araceli Lopez Boulton" userId="S::lopezboulton-c@webmail.uwinnipeg.ca::97082120-51f3-4f9a-906e-866e30b0fa94" providerId="AD" clId="Web-{09088BCE-D7BC-EDCF-C5FD-76EEA8816191}" dt="2025-03-13T16:05:46.163" v="187" actId="20577"/>
          <ac:spMkLst>
            <pc:docMk/>
            <pc:sldMk cId="4217055521" sldId="268"/>
            <ac:spMk id="2" creationId="{C7E3DA8D-9711-376E-B631-2AB880587AB0}"/>
          </ac:spMkLst>
        </pc:spChg>
      </pc:sldChg>
    </pc:docChg>
  </pc:docChgLst>
</pc:chgInfo>
</file>

<file path=ppt/diagrams/_rels/data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6" Type="http://schemas.openxmlformats.org/officeDocument/2006/relationships/image" Target="../media/image10.svg"/><Relationship Id="rId5" Type="http://schemas.openxmlformats.org/officeDocument/2006/relationships/image" Target="../media/image9.png"/><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FAB8603-49C0-411D-B9B5-65071AA97AA0}" type="doc">
      <dgm:prSet loTypeId="urn:microsoft.com/office/officeart/2005/8/layout/default" loCatId="list" qsTypeId="urn:microsoft.com/office/officeart/2005/8/quickstyle/simple2" qsCatId="simple" csTypeId="urn:microsoft.com/office/officeart/2005/8/colors/colorful1" csCatId="colorful" phldr="1"/>
      <dgm:spPr/>
      <dgm:t>
        <a:bodyPr/>
        <a:lstStyle/>
        <a:p>
          <a:endParaRPr lang="en-US"/>
        </a:p>
      </dgm:t>
    </dgm:pt>
    <dgm:pt modelId="{C99AD0C8-FD55-4098-8336-FCB961C895B8}">
      <dgm:prSet/>
      <dgm:spPr/>
      <dgm:t>
        <a:bodyPr/>
        <a:lstStyle/>
        <a:p>
          <a:r>
            <a:rPr lang="en-US"/>
            <a:t>About the Game and Us</a:t>
          </a:r>
        </a:p>
      </dgm:t>
    </dgm:pt>
    <dgm:pt modelId="{63ADD8FF-E7CC-48D5-B087-AF9DC0D6C552}" type="parTrans" cxnId="{8FF54CC4-21F8-4C90-ABD2-D5BEB5616576}">
      <dgm:prSet/>
      <dgm:spPr/>
      <dgm:t>
        <a:bodyPr/>
        <a:lstStyle/>
        <a:p>
          <a:endParaRPr lang="en-US"/>
        </a:p>
      </dgm:t>
    </dgm:pt>
    <dgm:pt modelId="{7B8ECDAA-5CC3-4AAF-8AAD-1D93EA5BABD5}" type="sibTrans" cxnId="{8FF54CC4-21F8-4C90-ABD2-D5BEB5616576}">
      <dgm:prSet/>
      <dgm:spPr/>
      <dgm:t>
        <a:bodyPr/>
        <a:lstStyle/>
        <a:p>
          <a:endParaRPr lang="en-US"/>
        </a:p>
      </dgm:t>
    </dgm:pt>
    <dgm:pt modelId="{D1A40859-8CB8-40CF-9A70-1D8D211459C1}">
      <dgm:prSet/>
      <dgm:spPr/>
      <dgm:t>
        <a:bodyPr/>
        <a:lstStyle/>
        <a:p>
          <a:r>
            <a:rPr lang="en-US"/>
            <a:t>How to Play</a:t>
          </a:r>
        </a:p>
      </dgm:t>
    </dgm:pt>
    <dgm:pt modelId="{B5EC77A9-B3F8-468C-88EC-5709435F9B9F}" type="parTrans" cxnId="{24D73602-752B-43AE-B3C5-E1B29BDC6DBC}">
      <dgm:prSet/>
      <dgm:spPr/>
      <dgm:t>
        <a:bodyPr/>
        <a:lstStyle/>
        <a:p>
          <a:endParaRPr lang="en-US"/>
        </a:p>
      </dgm:t>
    </dgm:pt>
    <dgm:pt modelId="{25C4BA67-93A4-4C6E-BEE9-B247053F4DC7}" type="sibTrans" cxnId="{24D73602-752B-43AE-B3C5-E1B29BDC6DBC}">
      <dgm:prSet/>
      <dgm:spPr/>
      <dgm:t>
        <a:bodyPr/>
        <a:lstStyle/>
        <a:p>
          <a:endParaRPr lang="en-US"/>
        </a:p>
      </dgm:t>
    </dgm:pt>
    <dgm:pt modelId="{FDE64AF8-24EB-4696-8AE3-959F79CFEAD4}">
      <dgm:prSet/>
      <dgm:spPr/>
      <dgm:t>
        <a:bodyPr/>
        <a:lstStyle/>
        <a:p>
          <a:r>
            <a:rPr lang="en-US"/>
            <a:t>How to Win</a:t>
          </a:r>
        </a:p>
      </dgm:t>
    </dgm:pt>
    <dgm:pt modelId="{02403C93-B09A-4408-A153-B47E652087EF}" type="parTrans" cxnId="{A1CB2120-2C79-47E5-BC84-1D78AB2DD69F}">
      <dgm:prSet/>
      <dgm:spPr/>
      <dgm:t>
        <a:bodyPr/>
        <a:lstStyle/>
        <a:p>
          <a:endParaRPr lang="en-US"/>
        </a:p>
      </dgm:t>
    </dgm:pt>
    <dgm:pt modelId="{19BD10E4-4B1C-40B9-B4AB-CD92EC5F0B51}" type="sibTrans" cxnId="{A1CB2120-2C79-47E5-BC84-1D78AB2DD69F}">
      <dgm:prSet/>
      <dgm:spPr/>
      <dgm:t>
        <a:bodyPr/>
        <a:lstStyle/>
        <a:p>
          <a:endParaRPr lang="en-US"/>
        </a:p>
      </dgm:t>
    </dgm:pt>
    <dgm:pt modelId="{1849E4D5-B22E-4CE9-93BB-0F147173DADF}">
      <dgm:prSet/>
      <dgm:spPr/>
      <dgm:t>
        <a:bodyPr/>
        <a:lstStyle/>
        <a:p>
          <a:r>
            <a:rPr lang="en-CA"/>
            <a:t>Background and Related Works</a:t>
          </a:r>
          <a:endParaRPr lang="en-US"/>
        </a:p>
      </dgm:t>
    </dgm:pt>
    <dgm:pt modelId="{6B4F5BAE-7C68-44A3-945F-6AD986DCDF63}" type="parTrans" cxnId="{2AFC021D-B7DB-403F-9B3D-AAAE333E6274}">
      <dgm:prSet/>
      <dgm:spPr/>
      <dgm:t>
        <a:bodyPr/>
        <a:lstStyle/>
        <a:p>
          <a:endParaRPr lang="en-US"/>
        </a:p>
      </dgm:t>
    </dgm:pt>
    <dgm:pt modelId="{0C1C1D50-1FD1-4705-A2E5-5EFA80A51E56}" type="sibTrans" cxnId="{2AFC021D-B7DB-403F-9B3D-AAAE333E6274}">
      <dgm:prSet/>
      <dgm:spPr/>
      <dgm:t>
        <a:bodyPr/>
        <a:lstStyle/>
        <a:p>
          <a:endParaRPr lang="en-US"/>
        </a:p>
      </dgm:t>
    </dgm:pt>
    <dgm:pt modelId="{D09001E3-CB0F-4ACE-9B10-6BDCC611FA6C}">
      <dgm:prSet/>
      <dgm:spPr/>
      <dgm:t>
        <a:bodyPr/>
        <a:lstStyle/>
        <a:p>
          <a:r>
            <a:rPr lang="en-US"/>
            <a:t>Motivation - why we chose this</a:t>
          </a:r>
        </a:p>
      </dgm:t>
    </dgm:pt>
    <dgm:pt modelId="{DE27AD56-A268-496B-9A1A-6564058E7030}" type="parTrans" cxnId="{C77EB81F-3944-48E7-92F5-0D5CBF6AC1A7}">
      <dgm:prSet/>
      <dgm:spPr/>
      <dgm:t>
        <a:bodyPr/>
        <a:lstStyle/>
        <a:p>
          <a:endParaRPr lang="en-US"/>
        </a:p>
      </dgm:t>
    </dgm:pt>
    <dgm:pt modelId="{951DD99C-A032-47D3-A2F2-D3E9F90954A5}" type="sibTrans" cxnId="{C77EB81F-3944-48E7-92F5-0D5CBF6AC1A7}">
      <dgm:prSet/>
      <dgm:spPr/>
      <dgm:t>
        <a:bodyPr/>
        <a:lstStyle/>
        <a:p>
          <a:endParaRPr lang="en-US"/>
        </a:p>
      </dgm:t>
    </dgm:pt>
    <dgm:pt modelId="{E8ABA801-843E-4BE3-B664-7A3557028859}">
      <dgm:prSet/>
      <dgm:spPr/>
      <dgm:t>
        <a:bodyPr/>
        <a:lstStyle/>
        <a:p>
          <a:r>
            <a:rPr lang="en-US"/>
            <a:t>Problem Statement</a:t>
          </a:r>
        </a:p>
      </dgm:t>
    </dgm:pt>
    <dgm:pt modelId="{434A612E-E8EC-4042-9345-DC2A9FEB3A19}" type="parTrans" cxnId="{54AA5BA1-EE38-49E8-A2CF-0EE6C71D8FF8}">
      <dgm:prSet/>
      <dgm:spPr/>
      <dgm:t>
        <a:bodyPr/>
        <a:lstStyle/>
        <a:p>
          <a:endParaRPr lang="en-US"/>
        </a:p>
      </dgm:t>
    </dgm:pt>
    <dgm:pt modelId="{8C7088B3-4CA0-48B0-B770-99FEF04864D9}" type="sibTrans" cxnId="{54AA5BA1-EE38-49E8-A2CF-0EE6C71D8FF8}">
      <dgm:prSet/>
      <dgm:spPr/>
      <dgm:t>
        <a:bodyPr/>
        <a:lstStyle/>
        <a:p>
          <a:endParaRPr lang="en-US"/>
        </a:p>
      </dgm:t>
    </dgm:pt>
    <dgm:pt modelId="{DE01A9F2-BCBD-42D8-82C5-B84A042F29F1}">
      <dgm:prSet/>
      <dgm:spPr/>
      <dgm:t>
        <a:bodyPr/>
        <a:lstStyle/>
        <a:p>
          <a:r>
            <a:rPr lang="en-CA"/>
            <a:t>Solution Strategy and Implementation</a:t>
          </a:r>
          <a:endParaRPr lang="en-US"/>
        </a:p>
      </dgm:t>
    </dgm:pt>
    <dgm:pt modelId="{5DFAE30B-4D5D-4917-A1A0-8252E66B9EC7}" type="parTrans" cxnId="{B9A87824-2DDC-46AE-A641-649FF8534039}">
      <dgm:prSet/>
      <dgm:spPr/>
      <dgm:t>
        <a:bodyPr/>
        <a:lstStyle/>
        <a:p>
          <a:endParaRPr lang="en-US"/>
        </a:p>
      </dgm:t>
    </dgm:pt>
    <dgm:pt modelId="{CE20A4A7-58C2-4BF7-A8B3-B8E5DE37C404}" type="sibTrans" cxnId="{B9A87824-2DDC-46AE-A641-649FF8534039}">
      <dgm:prSet/>
      <dgm:spPr/>
      <dgm:t>
        <a:bodyPr/>
        <a:lstStyle/>
        <a:p>
          <a:endParaRPr lang="en-US"/>
        </a:p>
      </dgm:t>
    </dgm:pt>
    <dgm:pt modelId="{D78EC136-EACF-4221-A983-3CB6C11BD349}">
      <dgm:prSet/>
      <dgm:spPr/>
      <dgm:t>
        <a:bodyPr/>
        <a:lstStyle/>
        <a:p>
          <a:r>
            <a:rPr lang="en-US"/>
            <a:t>Experimental Framework</a:t>
          </a:r>
        </a:p>
      </dgm:t>
    </dgm:pt>
    <dgm:pt modelId="{2FA5F7E0-3A58-41D9-AA07-E573ED083012}" type="parTrans" cxnId="{781F72AC-4293-45B9-915B-54B06BE9B662}">
      <dgm:prSet/>
      <dgm:spPr/>
      <dgm:t>
        <a:bodyPr/>
        <a:lstStyle/>
        <a:p>
          <a:endParaRPr lang="en-US"/>
        </a:p>
      </dgm:t>
    </dgm:pt>
    <dgm:pt modelId="{5BFE7A99-3065-4659-99AD-F3C87C1D9C67}" type="sibTrans" cxnId="{781F72AC-4293-45B9-915B-54B06BE9B662}">
      <dgm:prSet/>
      <dgm:spPr/>
      <dgm:t>
        <a:bodyPr/>
        <a:lstStyle/>
        <a:p>
          <a:endParaRPr lang="en-US"/>
        </a:p>
      </dgm:t>
    </dgm:pt>
    <dgm:pt modelId="{1BADD809-8993-4174-A19E-118332BA473F}">
      <dgm:prSet/>
      <dgm:spPr/>
      <dgm:t>
        <a:bodyPr/>
        <a:lstStyle/>
        <a:p>
          <a:r>
            <a:rPr lang="en-US"/>
            <a:t>Timeline of Activities</a:t>
          </a:r>
        </a:p>
      </dgm:t>
    </dgm:pt>
    <dgm:pt modelId="{A81CFD83-3212-466D-8732-8CBFEFC1AF59}" type="parTrans" cxnId="{B687ECA4-D89C-456C-ADAB-110B8C80D8BD}">
      <dgm:prSet/>
      <dgm:spPr/>
      <dgm:t>
        <a:bodyPr/>
        <a:lstStyle/>
        <a:p>
          <a:endParaRPr lang="en-US"/>
        </a:p>
      </dgm:t>
    </dgm:pt>
    <dgm:pt modelId="{884E0F78-1A6E-424A-9449-C4EC8DFA9886}" type="sibTrans" cxnId="{B687ECA4-D89C-456C-ADAB-110B8C80D8BD}">
      <dgm:prSet/>
      <dgm:spPr/>
      <dgm:t>
        <a:bodyPr/>
        <a:lstStyle/>
        <a:p>
          <a:endParaRPr lang="en-US"/>
        </a:p>
      </dgm:t>
    </dgm:pt>
    <dgm:pt modelId="{F1345173-2C16-47F2-B285-442A843E5B41}">
      <dgm:prSet/>
      <dgm:spPr/>
      <dgm:t>
        <a:bodyPr/>
        <a:lstStyle/>
        <a:p>
          <a:r>
            <a:rPr lang="en-CA"/>
            <a:t>Conclusion/summary</a:t>
          </a:r>
          <a:endParaRPr lang="en-US"/>
        </a:p>
      </dgm:t>
    </dgm:pt>
    <dgm:pt modelId="{E0748F7F-97FB-48E3-B43B-C05C80A1B9C2}" type="parTrans" cxnId="{B0EF606A-28AB-4E68-8BE7-CC12309272E2}">
      <dgm:prSet/>
      <dgm:spPr/>
      <dgm:t>
        <a:bodyPr/>
        <a:lstStyle/>
        <a:p>
          <a:endParaRPr lang="en-US"/>
        </a:p>
      </dgm:t>
    </dgm:pt>
    <dgm:pt modelId="{B1B0B57A-997F-4835-A9E7-C6D4FB9EDF1B}" type="sibTrans" cxnId="{B0EF606A-28AB-4E68-8BE7-CC12309272E2}">
      <dgm:prSet/>
      <dgm:spPr/>
      <dgm:t>
        <a:bodyPr/>
        <a:lstStyle/>
        <a:p>
          <a:endParaRPr lang="en-US"/>
        </a:p>
      </dgm:t>
    </dgm:pt>
    <dgm:pt modelId="{DB714106-4595-4C50-B353-97BB8EABCD7E}">
      <dgm:prSet/>
      <dgm:spPr/>
      <dgm:t>
        <a:bodyPr/>
        <a:lstStyle/>
        <a:p>
          <a:r>
            <a:rPr lang="en-CA"/>
            <a:t>Future Work</a:t>
          </a:r>
          <a:endParaRPr lang="en-US"/>
        </a:p>
      </dgm:t>
    </dgm:pt>
    <dgm:pt modelId="{6B80B603-79BB-4A4D-88BD-8240FDEE2EC2}" type="parTrans" cxnId="{B3AC2BBF-1BCF-45CB-8611-466CCF1F6BFC}">
      <dgm:prSet/>
      <dgm:spPr/>
      <dgm:t>
        <a:bodyPr/>
        <a:lstStyle/>
        <a:p>
          <a:endParaRPr lang="en-US"/>
        </a:p>
      </dgm:t>
    </dgm:pt>
    <dgm:pt modelId="{ADF69D78-40C1-48A9-973E-E179E1175789}" type="sibTrans" cxnId="{B3AC2BBF-1BCF-45CB-8611-466CCF1F6BFC}">
      <dgm:prSet/>
      <dgm:spPr/>
      <dgm:t>
        <a:bodyPr/>
        <a:lstStyle/>
        <a:p>
          <a:endParaRPr lang="en-US"/>
        </a:p>
      </dgm:t>
    </dgm:pt>
    <dgm:pt modelId="{4483EB8E-8537-4EA1-9680-02AE03669829}">
      <dgm:prSet/>
      <dgm:spPr/>
      <dgm:t>
        <a:bodyPr/>
        <a:lstStyle/>
        <a:p>
          <a:r>
            <a:rPr lang="en-US"/>
            <a:t>Our code and programming logic</a:t>
          </a:r>
        </a:p>
      </dgm:t>
    </dgm:pt>
    <dgm:pt modelId="{7073694A-5963-429E-A063-938F38C4E012}" type="parTrans" cxnId="{2193988A-40B8-4AB2-BEA1-054758C08F1D}">
      <dgm:prSet/>
      <dgm:spPr/>
      <dgm:t>
        <a:bodyPr/>
        <a:lstStyle/>
        <a:p>
          <a:endParaRPr lang="en-US"/>
        </a:p>
      </dgm:t>
    </dgm:pt>
    <dgm:pt modelId="{770A97EC-F669-40AE-8975-885E398CA09F}" type="sibTrans" cxnId="{2193988A-40B8-4AB2-BEA1-054758C08F1D}">
      <dgm:prSet/>
      <dgm:spPr/>
      <dgm:t>
        <a:bodyPr/>
        <a:lstStyle/>
        <a:p>
          <a:endParaRPr lang="en-US"/>
        </a:p>
      </dgm:t>
    </dgm:pt>
    <dgm:pt modelId="{ED0923A8-1BBC-4D1D-AA5E-CEC568BE9316}" type="pres">
      <dgm:prSet presAssocID="{0FAB8603-49C0-411D-B9B5-65071AA97AA0}" presName="diagram" presStyleCnt="0">
        <dgm:presLayoutVars>
          <dgm:dir/>
          <dgm:resizeHandles val="exact"/>
        </dgm:presLayoutVars>
      </dgm:prSet>
      <dgm:spPr/>
    </dgm:pt>
    <dgm:pt modelId="{5DD6BB14-8E10-4CB0-B9F4-0FAC9C2659A2}" type="pres">
      <dgm:prSet presAssocID="{C99AD0C8-FD55-4098-8336-FCB961C895B8}" presName="node" presStyleLbl="node1" presStyleIdx="0" presStyleCnt="12">
        <dgm:presLayoutVars>
          <dgm:bulletEnabled val="1"/>
        </dgm:presLayoutVars>
      </dgm:prSet>
      <dgm:spPr/>
    </dgm:pt>
    <dgm:pt modelId="{AFAC0EF7-F0D9-411B-9D3E-14D8B079F23A}" type="pres">
      <dgm:prSet presAssocID="{7B8ECDAA-5CC3-4AAF-8AAD-1D93EA5BABD5}" presName="sibTrans" presStyleCnt="0"/>
      <dgm:spPr/>
    </dgm:pt>
    <dgm:pt modelId="{9942BF9F-C76F-4284-BFE5-B6EA65669D03}" type="pres">
      <dgm:prSet presAssocID="{D1A40859-8CB8-40CF-9A70-1D8D211459C1}" presName="node" presStyleLbl="node1" presStyleIdx="1" presStyleCnt="12">
        <dgm:presLayoutVars>
          <dgm:bulletEnabled val="1"/>
        </dgm:presLayoutVars>
      </dgm:prSet>
      <dgm:spPr/>
    </dgm:pt>
    <dgm:pt modelId="{7508FA05-40AF-4DDC-A365-A326136C4CEA}" type="pres">
      <dgm:prSet presAssocID="{25C4BA67-93A4-4C6E-BEE9-B247053F4DC7}" presName="sibTrans" presStyleCnt="0"/>
      <dgm:spPr/>
    </dgm:pt>
    <dgm:pt modelId="{6A7AA899-3980-4C08-BEB3-FB1B3552448E}" type="pres">
      <dgm:prSet presAssocID="{FDE64AF8-24EB-4696-8AE3-959F79CFEAD4}" presName="node" presStyleLbl="node1" presStyleIdx="2" presStyleCnt="12">
        <dgm:presLayoutVars>
          <dgm:bulletEnabled val="1"/>
        </dgm:presLayoutVars>
      </dgm:prSet>
      <dgm:spPr/>
    </dgm:pt>
    <dgm:pt modelId="{9A1E87B7-89CE-4560-A812-BDAFDB4F74CF}" type="pres">
      <dgm:prSet presAssocID="{19BD10E4-4B1C-40B9-B4AB-CD92EC5F0B51}" presName="sibTrans" presStyleCnt="0"/>
      <dgm:spPr/>
    </dgm:pt>
    <dgm:pt modelId="{668ED6D1-F14C-42BF-81E6-C4173C795CFB}" type="pres">
      <dgm:prSet presAssocID="{1849E4D5-B22E-4CE9-93BB-0F147173DADF}" presName="node" presStyleLbl="node1" presStyleIdx="3" presStyleCnt="12">
        <dgm:presLayoutVars>
          <dgm:bulletEnabled val="1"/>
        </dgm:presLayoutVars>
      </dgm:prSet>
      <dgm:spPr/>
    </dgm:pt>
    <dgm:pt modelId="{7DD22AB1-3A85-4C0B-8455-975B4960DEC1}" type="pres">
      <dgm:prSet presAssocID="{0C1C1D50-1FD1-4705-A2E5-5EFA80A51E56}" presName="sibTrans" presStyleCnt="0"/>
      <dgm:spPr/>
    </dgm:pt>
    <dgm:pt modelId="{CEA43C28-26C9-4E04-96D3-505E05FAA970}" type="pres">
      <dgm:prSet presAssocID="{D09001E3-CB0F-4ACE-9B10-6BDCC611FA6C}" presName="node" presStyleLbl="node1" presStyleIdx="4" presStyleCnt="12">
        <dgm:presLayoutVars>
          <dgm:bulletEnabled val="1"/>
        </dgm:presLayoutVars>
      </dgm:prSet>
      <dgm:spPr/>
    </dgm:pt>
    <dgm:pt modelId="{EF55245E-0FBF-4C0E-BF21-EF9A5B2D2F74}" type="pres">
      <dgm:prSet presAssocID="{951DD99C-A032-47D3-A2F2-D3E9F90954A5}" presName="sibTrans" presStyleCnt="0"/>
      <dgm:spPr/>
    </dgm:pt>
    <dgm:pt modelId="{AC01C19A-99BE-4A09-820B-415852F30A93}" type="pres">
      <dgm:prSet presAssocID="{E8ABA801-843E-4BE3-B664-7A3557028859}" presName="node" presStyleLbl="node1" presStyleIdx="5" presStyleCnt="12">
        <dgm:presLayoutVars>
          <dgm:bulletEnabled val="1"/>
        </dgm:presLayoutVars>
      </dgm:prSet>
      <dgm:spPr/>
    </dgm:pt>
    <dgm:pt modelId="{468B539B-97A7-4F47-BC35-87FC9A630C1F}" type="pres">
      <dgm:prSet presAssocID="{8C7088B3-4CA0-48B0-B770-99FEF04864D9}" presName="sibTrans" presStyleCnt="0"/>
      <dgm:spPr/>
    </dgm:pt>
    <dgm:pt modelId="{6DB22035-756E-4ADC-8B12-59509F7435A2}" type="pres">
      <dgm:prSet presAssocID="{DE01A9F2-BCBD-42D8-82C5-B84A042F29F1}" presName="node" presStyleLbl="node1" presStyleIdx="6" presStyleCnt="12">
        <dgm:presLayoutVars>
          <dgm:bulletEnabled val="1"/>
        </dgm:presLayoutVars>
      </dgm:prSet>
      <dgm:spPr/>
    </dgm:pt>
    <dgm:pt modelId="{0B3B5A81-DD3B-4617-9D50-540A65B84C05}" type="pres">
      <dgm:prSet presAssocID="{CE20A4A7-58C2-4BF7-A8B3-B8E5DE37C404}" presName="sibTrans" presStyleCnt="0"/>
      <dgm:spPr/>
    </dgm:pt>
    <dgm:pt modelId="{4B179224-F3D6-44E6-85B7-B4D7008968FF}" type="pres">
      <dgm:prSet presAssocID="{D78EC136-EACF-4221-A983-3CB6C11BD349}" presName="node" presStyleLbl="node1" presStyleIdx="7" presStyleCnt="12">
        <dgm:presLayoutVars>
          <dgm:bulletEnabled val="1"/>
        </dgm:presLayoutVars>
      </dgm:prSet>
      <dgm:spPr/>
    </dgm:pt>
    <dgm:pt modelId="{7FE2BF47-56EF-4A84-B588-93613C73A350}" type="pres">
      <dgm:prSet presAssocID="{5BFE7A99-3065-4659-99AD-F3C87C1D9C67}" presName="sibTrans" presStyleCnt="0"/>
      <dgm:spPr/>
    </dgm:pt>
    <dgm:pt modelId="{A1942BF4-75D8-41C8-8254-E7331E2738E1}" type="pres">
      <dgm:prSet presAssocID="{1BADD809-8993-4174-A19E-118332BA473F}" presName="node" presStyleLbl="node1" presStyleIdx="8" presStyleCnt="12">
        <dgm:presLayoutVars>
          <dgm:bulletEnabled val="1"/>
        </dgm:presLayoutVars>
      </dgm:prSet>
      <dgm:spPr/>
    </dgm:pt>
    <dgm:pt modelId="{F1CD191C-2995-4D3C-A580-A79E5F587045}" type="pres">
      <dgm:prSet presAssocID="{884E0F78-1A6E-424A-9449-C4EC8DFA9886}" presName="sibTrans" presStyleCnt="0"/>
      <dgm:spPr/>
    </dgm:pt>
    <dgm:pt modelId="{3608C330-D104-474E-A8F3-9086E6428A40}" type="pres">
      <dgm:prSet presAssocID="{F1345173-2C16-47F2-B285-442A843E5B41}" presName="node" presStyleLbl="node1" presStyleIdx="9" presStyleCnt="12">
        <dgm:presLayoutVars>
          <dgm:bulletEnabled val="1"/>
        </dgm:presLayoutVars>
      </dgm:prSet>
      <dgm:spPr/>
    </dgm:pt>
    <dgm:pt modelId="{C93B70D4-7168-4864-B6C9-16A2D12F1C53}" type="pres">
      <dgm:prSet presAssocID="{B1B0B57A-997F-4835-A9E7-C6D4FB9EDF1B}" presName="sibTrans" presStyleCnt="0"/>
      <dgm:spPr/>
    </dgm:pt>
    <dgm:pt modelId="{513A9C21-7E85-407E-9D53-2DBA4669E4B0}" type="pres">
      <dgm:prSet presAssocID="{DB714106-4595-4C50-B353-97BB8EABCD7E}" presName="node" presStyleLbl="node1" presStyleIdx="10" presStyleCnt="12">
        <dgm:presLayoutVars>
          <dgm:bulletEnabled val="1"/>
        </dgm:presLayoutVars>
      </dgm:prSet>
      <dgm:spPr/>
    </dgm:pt>
    <dgm:pt modelId="{E049AC52-8385-4B75-988F-354BE1BB0098}" type="pres">
      <dgm:prSet presAssocID="{ADF69D78-40C1-48A9-973E-E179E1175789}" presName="sibTrans" presStyleCnt="0"/>
      <dgm:spPr/>
    </dgm:pt>
    <dgm:pt modelId="{7F2816B3-28AD-4A37-891F-66A254B6841B}" type="pres">
      <dgm:prSet presAssocID="{4483EB8E-8537-4EA1-9680-02AE03669829}" presName="node" presStyleLbl="node1" presStyleIdx="11" presStyleCnt="12">
        <dgm:presLayoutVars>
          <dgm:bulletEnabled val="1"/>
        </dgm:presLayoutVars>
      </dgm:prSet>
      <dgm:spPr/>
    </dgm:pt>
  </dgm:ptLst>
  <dgm:cxnLst>
    <dgm:cxn modelId="{24D73602-752B-43AE-B3C5-E1B29BDC6DBC}" srcId="{0FAB8603-49C0-411D-B9B5-65071AA97AA0}" destId="{D1A40859-8CB8-40CF-9A70-1D8D211459C1}" srcOrd="1" destOrd="0" parTransId="{B5EC77A9-B3F8-468C-88EC-5709435F9B9F}" sibTransId="{25C4BA67-93A4-4C6E-BEE9-B247053F4DC7}"/>
    <dgm:cxn modelId="{6EE44002-0F84-457A-89D7-D672A9C7B07F}" type="presOf" srcId="{DE01A9F2-BCBD-42D8-82C5-B84A042F29F1}" destId="{6DB22035-756E-4ADC-8B12-59509F7435A2}" srcOrd="0" destOrd="0" presId="urn:microsoft.com/office/officeart/2005/8/layout/default"/>
    <dgm:cxn modelId="{BBEE7114-2FC1-44B5-8FB5-C26FD2CEE97A}" type="presOf" srcId="{D09001E3-CB0F-4ACE-9B10-6BDCC611FA6C}" destId="{CEA43C28-26C9-4E04-96D3-505E05FAA970}" srcOrd="0" destOrd="0" presId="urn:microsoft.com/office/officeart/2005/8/layout/default"/>
    <dgm:cxn modelId="{2AFC021D-B7DB-403F-9B3D-AAAE333E6274}" srcId="{0FAB8603-49C0-411D-B9B5-65071AA97AA0}" destId="{1849E4D5-B22E-4CE9-93BB-0F147173DADF}" srcOrd="3" destOrd="0" parTransId="{6B4F5BAE-7C68-44A3-945F-6AD986DCDF63}" sibTransId="{0C1C1D50-1FD1-4705-A2E5-5EFA80A51E56}"/>
    <dgm:cxn modelId="{C77EB81F-3944-48E7-92F5-0D5CBF6AC1A7}" srcId="{0FAB8603-49C0-411D-B9B5-65071AA97AA0}" destId="{D09001E3-CB0F-4ACE-9B10-6BDCC611FA6C}" srcOrd="4" destOrd="0" parTransId="{DE27AD56-A268-496B-9A1A-6564058E7030}" sibTransId="{951DD99C-A032-47D3-A2F2-D3E9F90954A5}"/>
    <dgm:cxn modelId="{A1CB2120-2C79-47E5-BC84-1D78AB2DD69F}" srcId="{0FAB8603-49C0-411D-B9B5-65071AA97AA0}" destId="{FDE64AF8-24EB-4696-8AE3-959F79CFEAD4}" srcOrd="2" destOrd="0" parTransId="{02403C93-B09A-4408-A153-B47E652087EF}" sibTransId="{19BD10E4-4B1C-40B9-B4AB-CD92EC5F0B51}"/>
    <dgm:cxn modelId="{B9A87824-2DDC-46AE-A641-649FF8534039}" srcId="{0FAB8603-49C0-411D-B9B5-65071AA97AA0}" destId="{DE01A9F2-BCBD-42D8-82C5-B84A042F29F1}" srcOrd="6" destOrd="0" parTransId="{5DFAE30B-4D5D-4917-A1A0-8252E66B9EC7}" sibTransId="{CE20A4A7-58C2-4BF7-A8B3-B8E5DE37C404}"/>
    <dgm:cxn modelId="{6DD4A225-AA7A-41DE-AB18-828EE8875734}" type="presOf" srcId="{1849E4D5-B22E-4CE9-93BB-0F147173DADF}" destId="{668ED6D1-F14C-42BF-81E6-C4173C795CFB}" srcOrd="0" destOrd="0" presId="urn:microsoft.com/office/officeart/2005/8/layout/default"/>
    <dgm:cxn modelId="{B0EF606A-28AB-4E68-8BE7-CC12309272E2}" srcId="{0FAB8603-49C0-411D-B9B5-65071AA97AA0}" destId="{F1345173-2C16-47F2-B285-442A843E5B41}" srcOrd="9" destOrd="0" parTransId="{E0748F7F-97FB-48E3-B43B-C05C80A1B9C2}" sibTransId="{B1B0B57A-997F-4835-A9E7-C6D4FB9EDF1B}"/>
    <dgm:cxn modelId="{C1ED7E76-9E1F-49C4-909C-A0EE9EE76D1C}" type="presOf" srcId="{C99AD0C8-FD55-4098-8336-FCB961C895B8}" destId="{5DD6BB14-8E10-4CB0-B9F4-0FAC9C2659A2}" srcOrd="0" destOrd="0" presId="urn:microsoft.com/office/officeart/2005/8/layout/default"/>
    <dgm:cxn modelId="{6B4AC65A-20E1-4E28-B125-AC031FBA7E89}" type="presOf" srcId="{4483EB8E-8537-4EA1-9680-02AE03669829}" destId="{7F2816B3-28AD-4A37-891F-66A254B6841B}" srcOrd="0" destOrd="0" presId="urn:microsoft.com/office/officeart/2005/8/layout/default"/>
    <dgm:cxn modelId="{C527E87C-3089-49CF-82D1-6B180400D994}" type="presOf" srcId="{D1A40859-8CB8-40CF-9A70-1D8D211459C1}" destId="{9942BF9F-C76F-4284-BFE5-B6EA65669D03}" srcOrd="0" destOrd="0" presId="urn:microsoft.com/office/officeart/2005/8/layout/default"/>
    <dgm:cxn modelId="{2193988A-40B8-4AB2-BEA1-054758C08F1D}" srcId="{0FAB8603-49C0-411D-B9B5-65071AA97AA0}" destId="{4483EB8E-8537-4EA1-9680-02AE03669829}" srcOrd="11" destOrd="0" parTransId="{7073694A-5963-429E-A063-938F38C4E012}" sibTransId="{770A97EC-F669-40AE-8975-885E398CA09F}"/>
    <dgm:cxn modelId="{76802D95-35FC-4C6B-9678-A125EFEA145B}" type="presOf" srcId="{1BADD809-8993-4174-A19E-118332BA473F}" destId="{A1942BF4-75D8-41C8-8254-E7331E2738E1}" srcOrd="0" destOrd="0" presId="urn:microsoft.com/office/officeart/2005/8/layout/default"/>
    <dgm:cxn modelId="{E10DFA97-A957-4B0C-8C1C-4A83313055B6}" type="presOf" srcId="{D78EC136-EACF-4221-A983-3CB6C11BD349}" destId="{4B179224-F3D6-44E6-85B7-B4D7008968FF}" srcOrd="0" destOrd="0" presId="urn:microsoft.com/office/officeart/2005/8/layout/default"/>
    <dgm:cxn modelId="{54AA5BA1-EE38-49E8-A2CF-0EE6C71D8FF8}" srcId="{0FAB8603-49C0-411D-B9B5-65071AA97AA0}" destId="{E8ABA801-843E-4BE3-B664-7A3557028859}" srcOrd="5" destOrd="0" parTransId="{434A612E-E8EC-4042-9345-DC2A9FEB3A19}" sibTransId="{8C7088B3-4CA0-48B0-B770-99FEF04864D9}"/>
    <dgm:cxn modelId="{B687ECA4-D89C-456C-ADAB-110B8C80D8BD}" srcId="{0FAB8603-49C0-411D-B9B5-65071AA97AA0}" destId="{1BADD809-8993-4174-A19E-118332BA473F}" srcOrd="8" destOrd="0" parTransId="{A81CFD83-3212-466D-8732-8CBFEFC1AF59}" sibTransId="{884E0F78-1A6E-424A-9449-C4EC8DFA9886}"/>
    <dgm:cxn modelId="{781F72AC-4293-45B9-915B-54B06BE9B662}" srcId="{0FAB8603-49C0-411D-B9B5-65071AA97AA0}" destId="{D78EC136-EACF-4221-A983-3CB6C11BD349}" srcOrd="7" destOrd="0" parTransId="{2FA5F7E0-3A58-41D9-AA07-E573ED083012}" sibTransId="{5BFE7A99-3065-4659-99AD-F3C87C1D9C67}"/>
    <dgm:cxn modelId="{1B5979AD-6B97-450A-ACD8-027434CA4B3F}" type="presOf" srcId="{E8ABA801-843E-4BE3-B664-7A3557028859}" destId="{AC01C19A-99BE-4A09-820B-415852F30A93}" srcOrd="0" destOrd="0" presId="urn:microsoft.com/office/officeart/2005/8/layout/default"/>
    <dgm:cxn modelId="{B3AC2BBF-1BCF-45CB-8611-466CCF1F6BFC}" srcId="{0FAB8603-49C0-411D-B9B5-65071AA97AA0}" destId="{DB714106-4595-4C50-B353-97BB8EABCD7E}" srcOrd="10" destOrd="0" parTransId="{6B80B603-79BB-4A4D-88BD-8240FDEE2EC2}" sibTransId="{ADF69D78-40C1-48A9-973E-E179E1175789}"/>
    <dgm:cxn modelId="{059D85C3-B1FF-4796-877C-5B0E1150211C}" type="presOf" srcId="{F1345173-2C16-47F2-B285-442A843E5B41}" destId="{3608C330-D104-474E-A8F3-9086E6428A40}" srcOrd="0" destOrd="0" presId="urn:microsoft.com/office/officeart/2005/8/layout/default"/>
    <dgm:cxn modelId="{8FF54CC4-21F8-4C90-ABD2-D5BEB5616576}" srcId="{0FAB8603-49C0-411D-B9B5-65071AA97AA0}" destId="{C99AD0C8-FD55-4098-8336-FCB961C895B8}" srcOrd="0" destOrd="0" parTransId="{63ADD8FF-E7CC-48D5-B087-AF9DC0D6C552}" sibTransId="{7B8ECDAA-5CC3-4AAF-8AAD-1D93EA5BABD5}"/>
    <dgm:cxn modelId="{B3B0E4D7-2018-437E-9AEE-51979417DADE}" type="presOf" srcId="{FDE64AF8-24EB-4696-8AE3-959F79CFEAD4}" destId="{6A7AA899-3980-4C08-BEB3-FB1B3552448E}" srcOrd="0" destOrd="0" presId="urn:microsoft.com/office/officeart/2005/8/layout/default"/>
    <dgm:cxn modelId="{A89E76E7-12D6-4E29-98D3-811430A0DD5D}" type="presOf" srcId="{DB714106-4595-4C50-B353-97BB8EABCD7E}" destId="{513A9C21-7E85-407E-9D53-2DBA4669E4B0}" srcOrd="0" destOrd="0" presId="urn:microsoft.com/office/officeart/2005/8/layout/default"/>
    <dgm:cxn modelId="{95A5E2F5-2323-4AFF-A02E-65933A9B4E2C}" type="presOf" srcId="{0FAB8603-49C0-411D-B9B5-65071AA97AA0}" destId="{ED0923A8-1BBC-4D1D-AA5E-CEC568BE9316}" srcOrd="0" destOrd="0" presId="urn:microsoft.com/office/officeart/2005/8/layout/default"/>
    <dgm:cxn modelId="{4444537A-0F3E-48F7-9C52-2BED79CE54F5}" type="presParOf" srcId="{ED0923A8-1BBC-4D1D-AA5E-CEC568BE9316}" destId="{5DD6BB14-8E10-4CB0-B9F4-0FAC9C2659A2}" srcOrd="0" destOrd="0" presId="urn:microsoft.com/office/officeart/2005/8/layout/default"/>
    <dgm:cxn modelId="{21499739-7D3B-431F-B3F3-90B4DACE90EE}" type="presParOf" srcId="{ED0923A8-1BBC-4D1D-AA5E-CEC568BE9316}" destId="{AFAC0EF7-F0D9-411B-9D3E-14D8B079F23A}" srcOrd="1" destOrd="0" presId="urn:microsoft.com/office/officeart/2005/8/layout/default"/>
    <dgm:cxn modelId="{76E40D89-E810-4C11-A86E-3DB05AFF398F}" type="presParOf" srcId="{ED0923A8-1BBC-4D1D-AA5E-CEC568BE9316}" destId="{9942BF9F-C76F-4284-BFE5-B6EA65669D03}" srcOrd="2" destOrd="0" presId="urn:microsoft.com/office/officeart/2005/8/layout/default"/>
    <dgm:cxn modelId="{66FD6249-D18A-4619-A4A9-6517E63873E6}" type="presParOf" srcId="{ED0923A8-1BBC-4D1D-AA5E-CEC568BE9316}" destId="{7508FA05-40AF-4DDC-A365-A326136C4CEA}" srcOrd="3" destOrd="0" presId="urn:microsoft.com/office/officeart/2005/8/layout/default"/>
    <dgm:cxn modelId="{6EA172C9-0DFC-429C-9C93-225A3C935C0E}" type="presParOf" srcId="{ED0923A8-1BBC-4D1D-AA5E-CEC568BE9316}" destId="{6A7AA899-3980-4C08-BEB3-FB1B3552448E}" srcOrd="4" destOrd="0" presId="urn:microsoft.com/office/officeart/2005/8/layout/default"/>
    <dgm:cxn modelId="{1CCE035B-BB18-48D5-8946-F4BC120CD8C9}" type="presParOf" srcId="{ED0923A8-1BBC-4D1D-AA5E-CEC568BE9316}" destId="{9A1E87B7-89CE-4560-A812-BDAFDB4F74CF}" srcOrd="5" destOrd="0" presId="urn:microsoft.com/office/officeart/2005/8/layout/default"/>
    <dgm:cxn modelId="{521CC1C9-67E9-4071-A824-53EF24157A35}" type="presParOf" srcId="{ED0923A8-1BBC-4D1D-AA5E-CEC568BE9316}" destId="{668ED6D1-F14C-42BF-81E6-C4173C795CFB}" srcOrd="6" destOrd="0" presId="urn:microsoft.com/office/officeart/2005/8/layout/default"/>
    <dgm:cxn modelId="{DE63FD03-8C05-44AC-B02E-BD1132C0B9D8}" type="presParOf" srcId="{ED0923A8-1BBC-4D1D-AA5E-CEC568BE9316}" destId="{7DD22AB1-3A85-4C0B-8455-975B4960DEC1}" srcOrd="7" destOrd="0" presId="urn:microsoft.com/office/officeart/2005/8/layout/default"/>
    <dgm:cxn modelId="{051E9821-37D8-4C71-AF3C-F0820417D87B}" type="presParOf" srcId="{ED0923A8-1BBC-4D1D-AA5E-CEC568BE9316}" destId="{CEA43C28-26C9-4E04-96D3-505E05FAA970}" srcOrd="8" destOrd="0" presId="urn:microsoft.com/office/officeart/2005/8/layout/default"/>
    <dgm:cxn modelId="{2EB66233-1BD3-44E0-BB35-5F6A64D60E38}" type="presParOf" srcId="{ED0923A8-1BBC-4D1D-AA5E-CEC568BE9316}" destId="{EF55245E-0FBF-4C0E-BF21-EF9A5B2D2F74}" srcOrd="9" destOrd="0" presId="urn:microsoft.com/office/officeart/2005/8/layout/default"/>
    <dgm:cxn modelId="{5DB7591F-2080-407E-BBD9-63A16A3B55EB}" type="presParOf" srcId="{ED0923A8-1BBC-4D1D-AA5E-CEC568BE9316}" destId="{AC01C19A-99BE-4A09-820B-415852F30A93}" srcOrd="10" destOrd="0" presId="urn:microsoft.com/office/officeart/2005/8/layout/default"/>
    <dgm:cxn modelId="{6124388A-1DDF-489A-B823-8CA153907F1D}" type="presParOf" srcId="{ED0923A8-1BBC-4D1D-AA5E-CEC568BE9316}" destId="{468B539B-97A7-4F47-BC35-87FC9A630C1F}" srcOrd="11" destOrd="0" presId="urn:microsoft.com/office/officeart/2005/8/layout/default"/>
    <dgm:cxn modelId="{62840605-C857-4332-997A-0A75B5947651}" type="presParOf" srcId="{ED0923A8-1BBC-4D1D-AA5E-CEC568BE9316}" destId="{6DB22035-756E-4ADC-8B12-59509F7435A2}" srcOrd="12" destOrd="0" presId="urn:microsoft.com/office/officeart/2005/8/layout/default"/>
    <dgm:cxn modelId="{EDF2B89B-C5E6-4EE9-A6AB-70725F6FD26E}" type="presParOf" srcId="{ED0923A8-1BBC-4D1D-AA5E-CEC568BE9316}" destId="{0B3B5A81-DD3B-4617-9D50-540A65B84C05}" srcOrd="13" destOrd="0" presId="urn:microsoft.com/office/officeart/2005/8/layout/default"/>
    <dgm:cxn modelId="{E3ADB1B2-E2AC-472A-B609-2F79F1A8880D}" type="presParOf" srcId="{ED0923A8-1BBC-4D1D-AA5E-CEC568BE9316}" destId="{4B179224-F3D6-44E6-85B7-B4D7008968FF}" srcOrd="14" destOrd="0" presId="urn:microsoft.com/office/officeart/2005/8/layout/default"/>
    <dgm:cxn modelId="{0407A6B8-1BEA-419B-A328-5BB6CAA85E5C}" type="presParOf" srcId="{ED0923A8-1BBC-4D1D-AA5E-CEC568BE9316}" destId="{7FE2BF47-56EF-4A84-B588-93613C73A350}" srcOrd="15" destOrd="0" presId="urn:microsoft.com/office/officeart/2005/8/layout/default"/>
    <dgm:cxn modelId="{D0963E47-002E-4363-9FEF-519EF1B95D73}" type="presParOf" srcId="{ED0923A8-1BBC-4D1D-AA5E-CEC568BE9316}" destId="{A1942BF4-75D8-41C8-8254-E7331E2738E1}" srcOrd="16" destOrd="0" presId="urn:microsoft.com/office/officeart/2005/8/layout/default"/>
    <dgm:cxn modelId="{FF26E0A4-3922-4951-B33F-6FAE30B761BD}" type="presParOf" srcId="{ED0923A8-1BBC-4D1D-AA5E-CEC568BE9316}" destId="{F1CD191C-2995-4D3C-A580-A79E5F587045}" srcOrd="17" destOrd="0" presId="urn:microsoft.com/office/officeart/2005/8/layout/default"/>
    <dgm:cxn modelId="{5D8F8B44-F233-437F-A0EF-D5884F1ED255}" type="presParOf" srcId="{ED0923A8-1BBC-4D1D-AA5E-CEC568BE9316}" destId="{3608C330-D104-474E-A8F3-9086E6428A40}" srcOrd="18" destOrd="0" presId="urn:microsoft.com/office/officeart/2005/8/layout/default"/>
    <dgm:cxn modelId="{481B5FE6-F3A6-4BA0-8B2A-6F480AEC52E1}" type="presParOf" srcId="{ED0923A8-1BBC-4D1D-AA5E-CEC568BE9316}" destId="{C93B70D4-7168-4864-B6C9-16A2D12F1C53}" srcOrd="19" destOrd="0" presId="urn:microsoft.com/office/officeart/2005/8/layout/default"/>
    <dgm:cxn modelId="{73DBB989-4E24-48E7-85FB-D0125F6523E2}" type="presParOf" srcId="{ED0923A8-1BBC-4D1D-AA5E-CEC568BE9316}" destId="{513A9C21-7E85-407E-9D53-2DBA4669E4B0}" srcOrd="20" destOrd="0" presId="urn:microsoft.com/office/officeart/2005/8/layout/default"/>
    <dgm:cxn modelId="{7FE342F5-9A5B-4153-BDD1-710156CAD301}" type="presParOf" srcId="{ED0923A8-1BBC-4D1D-AA5E-CEC568BE9316}" destId="{E049AC52-8385-4B75-988F-354BE1BB0098}" srcOrd="21" destOrd="0" presId="urn:microsoft.com/office/officeart/2005/8/layout/default"/>
    <dgm:cxn modelId="{560D213E-F694-4F06-95C0-8B6158A455DA}" type="presParOf" srcId="{ED0923A8-1BBC-4D1D-AA5E-CEC568BE9316}" destId="{7F2816B3-28AD-4A37-891F-66A254B6841B}" srcOrd="22" destOrd="0" presId="urn:microsoft.com/office/officeart/2005/8/layout/defaul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F86FDD0-90FB-4E4B-A862-88BC52AD5D83}" type="doc">
      <dgm:prSet loTypeId="urn:microsoft.com/office/officeart/2018/2/layout/IconLabel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DE9F242-4219-4ABC-9CA1-1A5D41F56E43}">
      <dgm:prSet/>
      <dgm:spPr/>
      <dgm:t>
        <a:bodyPr/>
        <a:lstStyle/>
        <a:p>
          <a:r>
            <a:rPr lang="en-US"/>
            <a:t>Player with highest amount of points wins</a:t>
          </a:r>
        </a:p>
      </dgm:t>
    </dgm:pt>
    <dgm:pt modelId="{CA6F3D1C-C0AC-4C37-8682-F2129CAC8440}" type="parTrans" cxnId="{A9F0B990-F5E1-48D4-B59E-9B9D3387CF0C}">
      <dgm:prSet/>
      <dgm:spPr/>
      <dgm:t>
        <a:bodyPr/>
        <a:lstStyle/>
        <a:p>
          <a:endParaRPr lang="en-US"/>
        </a:p>
      </dgm:t>
    </dgm:pt>
    <dgm:pt modelId="{71CA8A91-234C-41EE-862B-BFAC6CB92C03}" type="sibTrans" cxnId="{A9F0B990-F5E1-48D4-B59E-9B9D3387CF0C}">
      <dgm:prSet/>
      <dgm:spPr/>
      <dgm:t>
        <a:bodyPr/>
        <a:lstStyle/>
        <a:p>
          <a:endParaRPr lang="en-US"/>
        </a:p>
      </dgm:t>
    </dgm:pt>
    <dgm:pt modelId="{BF89AEE9-5F3A-4EAA-88FB-38AEDC135A19}">
      <dgm:prSet/>
      <dgm:spPr/>
      <dgm:t>
        <a:bodyPr/>
        <a:lstStyle/>
        <a:p>
          <a:r>
            <a:rPr lang="en-US"/>
            <a:t>Gain points through action cards</a:t>
          </a:r>
        </a:p>
      </dgm:t>
    </dgm:pt>
    <dgm:pt modelId="{01C05C65-2829-40EE-9DFD-D543035C7B80}" type="parTrans" cxnId="{439C52FA-05FD-4CA8-91DD-3CDD5851E1A9}">
      <dgm:prSet/>
      <dgm:spPr/>
      <dgm:t>
        <a:bodyPr/>
        <a:lstStyle/>
        <a:p>
          <a:endParaRPr lang="en-US"/>
        </a:p>
      </dgm:t>
    </dgm:pt>
    <dgm:pt modelId="{AD91C58B-D787-4950-B570-F9E979FD46C8}" type="sibTrans" cxnId="{439C52FA-05FD-4CA8-91DD-3CDD5851E1A9}">
      <dgm:prSet/>
      <dgm:spPr/>
      <dgm:t>
        <a:bodyPr/>
        <a:lstStyle/>
        <a:p>
          <a:endParaRPr lang="en-US"/>
        </a:p>
      </dgm:t>
    </dgm:pt>
    <dgm:pt modelId="{0E58E75F-1B5C-4E4D-B034-901FAEB6A6BE}">
      <dgm:prSet/>
      <dgm:spPr/>
      <dgm:t>
        <a:bodyPr/>
        <a:lstStyle/>
        <a:p>
          <a:r>
            <a:rPr lang="en-US"/>
            <a:t>Gain points by reaching the end of the game the fastest</a:t>
          </a:r>
        </a:p>
      </dgm:t>
    </dgm:pt>
    <dgm:pt modelId="{933CA2AB-2F2C-4C1B-873F-8D93E742D080}" type="parTrans" cxnId="{72BE234C-373A-4C2C-A13C-0B985C58391E}">
      <dgm:prSet/>
      <dgm:spPr/>
      <dgm:t>
        <a:bodyPr/>
        <a:lstStyle/>
        <a:p>
          <a:endParaRPr lang="en-US"/>
        </a:p>
      </dgm:t>
    </dgm:pt>
    <dgm:pt modelId="{48EA1009-AFD4-43DA-8A2A-193CE12EDAE4}" type="sibTrans" cxnId="{72BE234C-373A-4C2C-A13C-0B985C58391E}">
      <dgm:prSet/>
      <dgm:spPr/>
      <dgm:t>
        <a:bodyPr/>
        <a:lstStyle/>
        <a:p>
          <a:endParaRPr lang="en-US"/>
        </a:p>
      </dgm:t>
    </dgm:pt>
    <dgm:pt modelId="{D53C25DB-2AF1-4628-ABE4-2FEDA5B9B254}" type="pres">
      <dgm:prSet presAssocID="{9F86FDD0-90FB-4E4B-A862-88BC52AD5D83}" presName="root" presStyleCnt="0">
        <dgm:presLayoutVars>
          <dgm:dir/>
          <dgm:resizeHandles val="exact"/>
        </dgm:presLayoutVars>
      </dgm:prSet>
      <dgm:spPr/>
    </dgm:pt>
    <dgm:pt modelId="{6A4B8342-CCFA-4B1D-B735-EEA7A7DE958E}" type="pres">
      <dgm:prSet presAssocID="{7DE9F242-4219-4ABC-9CA1-1A5D41F56E43}" presName="compNode" presStyleCnt="0"/>
      <dgm:spPr/>
    </dgm:pt>
    <dgm:pt modelId="{1D8B4964-9462-452E-BE4D-4D6C79E5AA92}" type="pres">
      <dgm:prSet presAssocID="{7DE9F242-4219-4ABC-9CA1-1A5D41F56E4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rophy"/>
        </a:ext>
      </dgm:extLst>
    </dgm:pt>
    <dgm:pt modelId="{3FFB0BEB-3DDF-4299-914E-E074747C3EFE}" type="pres">
      <dgm:prSet presAssocID="{7DE9F242-4219-4ABC-9CA1-1A5D41F56E43}" presName="spaceRect" presStyleCnt="0"/>
      <dgm:spPr/>
    </dgm:pt>
    <dgm:pt modelId="{4B355C26-18AB-4978-A4A5-5A37BBBB6F23}" type="pres">
      <dgm:prSet presAssocID="{7DE9F242-4219-4ABC-9CA1-1A5D41F56E43}" presName="textRect" presStyleLbl="revTx" presStyleIdx="0" presStyleCnt="3">
        <dgm:presLayoutVars>
          <dgm:chMax val="1"/>
          <dgm:chPref val="1"/>
        </dgm:presLayoutVars>
      </dgm:prSet>
      <dgm:spPr/>
    </dgm:pt>
    <dgm:pt modelId="{640E4153-F66E-413E-96E5-A4EE07DBD5EA}" type="pres">
      <dgm:prSet presAssocID="{71CA8A91-234C-41EE-862B-BFAC6CB92C03}" presName="sibTrans" presStyleCnt="0"/>
      <dgm:spPr/>
    </dgm:pt>
    <dgm:pt modelId="{28160321-748B-4941-8016-D495064D1081}" type="pres">
      <dgm:prSet presAssocID="{BF89AEE9-5F3A-4EAA-88FB-38AEDC135A19}" presName="compNode" presStyleCnt="0"/>
      <dgm:spPr/>
    </dgm:pt>
    <dgm:pt modelId="{7EE171CA-7829-4F2C-9C62-E909D48BF4B2}" type="pres">
      <dgm:prSet presAssocID="{BF89AEE9-5F3A-4EAA-88FB-38AEDC135A19}"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BDBD85DE-0272-4896-8A77-1D671AD99570}" type="pres">
      <dgm:prSet presAssocID="{BF89AEE9-5F3A-4EAA-88FB-38AEDC135A19}" presName="spaceRect" presStyleCnt="0"/>
      <dgm:spPr/>
    </dgm:pt>
    <dgm:pt modelId="{6BC31F59-CA6C-496D-ABC8-0F002E1619F6}" type="pres">
      <dgm:prSet presAssocID="{BF89AEE9-5F3A-4EAA-88FB-38AEDC135A19}" presName="textRect" presStyleLbl="revTx" presStyleIdx="1" presStyleCnt="3">
        <dgm:presLayoutVars>
          <dgm:chMax val="1"/>
          <dgm:chPref val="1"/>
        </dgm:presLayoutVars>
      </dgm:prSet>
      <dgm:spPr/>
    </dgm:pt>
    <dgm:pt modelId="{E9DF5A8C-E409-461D-943D-552F3E97E65A}" type="pres">
      <dgm:prSet presAssocID="{AD91C58B-D787-4950-B570-F9E979FD46C8}" presName="sibTrans" presStyleCnt="0"/>
      <dgm:spPr/>
    </dgm:pt>
    <dgm:pt modelId="{1E0893C3-FC50-431A-A985-A03B3C663050}" type="pres">
      <dgm:prSet presAssocID="{0E58E75F-1B5C-4E4D-B034-901FAEB6A6BE}" presName="compNode" presStyleCnt="0"/>
      <dgm:spPr/>
    </dgm:pt>
    <dgm:pt modelId="{B70F80C9-B0C9-4BC3-8396-B07A9176E9D8}" type="pres">
      <dgm:prSet presAssocID="{0E58E75F-1B5C-4E4D-B034-901FAEB6A6BE}"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Upward trend"/>
        </a:ext>
      </dgm:extLst>
    </dgm:pt>
    <dgm:pt modelId="{202EB24A-463C-44C4-9E9E-193AFCA3CA7D}" type="pres">
      <dgm:prSet presAssocID="{0E58E75F-1B5C-4E4D-B034-901FAEB6A6BE}" presName="spaceRect" presStyleCnt="0"/>
      <dgm:spPr/>
    </dgm:pt>
    <dgm:pt modelId="{80F578F4-F525-488A-BC89-FB54948EE170}" type="pres">
      <dgm:prSet presAssocID="{0E58E75F-1B5C-4E4D-B034-901FAEB6A6BE}" presName="textRect" presStyleLbl="revTx" presStyleIdx="2" presStyleCnt="3">
        <dgm:presLayoutVars>
          <dgm:chMax val="1"/>
          <dgm:chPref val="1"/>
        </dgm:presLayoutVars>
      </dgm:prSet>
      <dgm:spPr/>
    </dgm:pt>
  </dgm:ptLst>
  <dgm:cxnLst>
    <dgm:cxn modelId="{0534C306-331B-4F96-81B7-A12C403D57B6}" type="presOf" srcId="{0E58E75F-1B5C-4E4D-B034-901FAEB6A6BE}" destId="{80F578F4-F525-488A-BC89-FB54948EE170}" srcOrd="0" destOrd="0" presId="urn:microsoft.com/office/officeart/2018/2/layout/IconLabelList"/>
    <dgm:cxn modelId="{24AF661F-5C9D-4A8C-B0DA-67C89BB05D03}" type="presOf" srcId="{9F86FDD0-90FB-4E4B-A862-88BC52AD5D83}" destId="{D53C25DB-2AF1-4628-ABE4-2FEDA5B9B254}" srcOrd="0" destOrd="0" presId="urn:microsoft.com/office/officeart/2018/2/layout/IconLabelList"/>
    <dgm:cxn modelId="{11B53228-C45A-42FD-B5BD-A0BBF7966860}" type="presOf" srcId="{7DE9F242-4219-4ABC-9CA1-1A5D41F56E43}" destId="{4B355C26-18AB-4978-A4A5-5A37BBBB6F23}" srcOrd="0" destOrd="0" presId="urn:microsoft.com/office/officeart/2018/2/layout/IconLabelList"/>
    <dgm:cxn modelId="{72BE234C-373A-4C2C-A13C-0B985C58391E}" srcId="{9F86FDD0-90FB-4E4B-A862-88BC52AD5D83}" destId="{0E58E75F-1B5C-4E4D-B034-901FAEB6A6BE}" srcOrd="2" destOrd="0" parTransId="{933CA2AB-2F2C-4C1B-873F-8D93E742D080}" sibTransId="{48EA1009-AFD4-43DA-8A2A-193CE12EDAE4}"/>
    <dgm:cxn modelId="{A9F0B990-F5E1-48D4-B59E-9B9D3387CF0C}" srcId="{9F86FDD0-90FB-4E4B-A862-88BC52AD5D83}" destId="{7DE9F242-4219-4ABC-9CA1-1A5D41F56E43}" srcOrd="0" destOrd="0" parTransId="{CA6F3D1C-C0AC-4C37-8682-F2129CAC8440}" sibTransId="{71CA8A91-234C-41EE-862B-BFAC6CB92C03}"/>
    <dgm:cxn modelId="{FA688FDF-D651-4A39-8944-1ED9F3D2BBFD}" type="presOf" srcId="{BF89AEE9-5F3A-4EAA-88FB-38AEDC135A19}" destId="{6BC31F59-CA6C-496D-ABC8-0F002E1619F6}" srcOrd="0" destOrd="0" presId="urn:microsoft.com/office/officeart/2018/2/layout/IconLabelList"/>
    <dgm:cxn modelId="{439C52FA-05FD-4CA8-91DD-3CDD5851E1A9}" srcId="{9F86FDD0-90FB-4E4B-A862-88BC52AD5D83}" destId="{BF89AEE9-5F3A-4EAA-88FB-38AEDC135A19}" srcOrd="1" destOrd="0" parTransId="{01C05C65-2829-40EE-9DFD-D543035C7B80}" sibTransId="{AD91C58B-D787-4950-B570-F9E979FD46C8}"/>
    <dgm:cxn modelId="{8260DECA-F155-498F-A8CF-DD4894302AA1}" type="presParOf" srcId="{D53C25DB-2AF1-4628-ABE4-2FEDA5B9B254}" destId="{6A4B8342-CCFA-4B1D-B735-EEA7A7DE958E}" srcOrd="0" destOrd="0" presId="urn:microsoft.com/office/officeart/2018/2/layout/IconLabelList"/>
    <dgm:cxn modelId="{C91AB8EC-4AE1-4CDD-980F-16DE851D9EF1}" type="presParOf" srcId="{6A4B8342-CCFA-4B1D-B735-EEA7A7DE958E}" destId="{1D8B4964-9462-452E-BE4D-4D6C79E5AA92}" srcOrd="0" destOrd="0" presId="urn:microsoft.com/office/officeart/2018/2/layout/IconLabelList"/>
    <dgm:cxn modelId="{055390C7-EAE9-4590-9F91-7399F3495F91}" type="presParOf" srcId="{6A4B8342-CCFA-4B1D-B735-EEA7A7DE958E}" destId="{3FFB0BEB-3DDF-4299-914E-E074747C3EFE}" srcOrd="1" destOrd="0" presId="urn:microsoft.com/office/officeart/2018/2/layout/IconLabelList"/>
    <dgm:cxn modelId="{A23E591A-7B3C-4E18-9D1F-AFD3E71C66A5}" type="presParOf" srcId="{6A4B8342-CCFA-4B1D-B735-EEA7A7DE958E}" destId="{4B355C26-18AB-4978-A4A5-5A37BBBB6F23}" srcOrd="2" destOrd="0" presId="urn:microsoft.com/office/officeart/2018/2/layout/IconLabelList"/>
    <dgm:cxn modelId="{07F4F0AF-E5D9-4B8E-A514-10837F09CCC9}" type="presParOf" srcId="{D53C25DB-2AF1-4628-ABE4-2FEDA5B9B254}" destId="{640E4153-F66E-413E-96E5-A4EE07DBD5EA}" srcOrd="1" destOrd="0" presId="urn:microsoft.com/office/officeart/2018/2/layout/IconLabelList"/>
    <dgm:cxn modelId="{5D463995-517A-43C8-9014-F41A924E7285}" type="presParOf" srcId="{D53C25DB-2AF1-4628-ABE4-2FEDA5B9B254}" destId="{28160321-748B-4941-8016-D495064D1081}" srcOrd="2" destOrd="0" presId="urn:microsoft.com/office/officeart/2018/2/layout/IconLabelList"/>
    <dgm:cxn modelId="{E57612BC-14BC-4A30-B6C9-BAE233CB4B10}" type="presParOf" srcId="{28160321-748B-4941-8016-D495064D1081}" destId="{7EE171CA-7829-4F2C-9C62-E909D48BF4B2}" srcOrd="0" destOrd="0" presId="urn:microsoft.com/office/officeart/2018/2/layout/IconLabelList"/>
    <dgm:cxn modelId="{D7AE6D6E-8B6A-431D-AA01-DC5438EAB6C5}" type="presParOf" srcId="{28160321-748B-4941-8016-D495064D1081}" destId="{BDBD85DE-0272-4896-8A77-1D671AD99570}" srcOrd="1" destOrd="0" presId="urn:microsoft.com/office/officeart/2018/2/layout/IconLabelList"/>
    <dgm:cxn modelId="{AA11C8B6-5464-4C27-9880-1D7B3759C2DE}" type="presParOf" srcId="{28160321-748B-4941-8016-D495064D1081}" destId="{6BC31F59-CA6C-496D-ABC8-0F002E1619F6}" srcOrd="2" destOrd="0" presId="urn:microsoft.com/office/officeart/2018/2/layout/IconLabelList"/>
    <dgm:cxn modelId="{C610307E-688D-4DC5-BB06-4F755F8FD38A}" type="presParOf" srcId="{D53C25DB-2AF1-4628-ABE4-2FEDA5B9B254}" destId="{E9DF5A8C-E409-461D-943D-552F3E97E65A}" srcOrd="3" destOrd="0" presId="urn:microsoft.com/office/officeart/2018/2/layout/IconLabelList"/>
    <dgm:cxn modelId="{92354323-798E-49C6-88A1-7B9EF6695456}" type="presParOf" srcId="{D53C25DB-2AF1-4628-ABE4-2FEDA5B9B254}" destId="{1E0893C3-FC50-431A-A985-A03B3C663050}" srcOrd="4" destOrd="0" presId="urn:microsoft.com/office/officeart/2018/2/layout/IconLabelList"/>
    <dgm:cxn modelId="{9E3725EC-9D23-49A0-BE3A-1E1BCE9E9EEC}" type="presParOf" srcId="{1E0893C3-FC50-431A-A985-A03B3C663050}" destId="{B70F80C9-B0C9-4BC3-8396-B07A9176E9D8}" srcOrd="0" destOrd="0" presId="urn:microsoft.com/office/officeart/2018/2/layout/IconLabelList"/>
    <dgm:cxn modelId="{AEB49CC1-5407-458F-BBCD-6A55114CF66C}" type="presParOf" srcId="{1E0893C3-FC50-431A-A985-A03B3C663050}" destId="{202EB24A-463C-44C4-9E9E-193AFCA3CA7D}" srcOrd="1" destOrd="0" presId="urn:microsoft.com/office/officeart/2018/2/layout/IconLabelList"/>
    <dgm:cxn modelId="{FDB7861D-82D7-450D-B3EC-7911651542DE}" type="presParOf" srcId="{1E0893C3-FC50-431A-A985-A03B3C663050}" destId="{80F578F4-F525-488A-BC89-FB54948EE170}" srcOrd="2" destOrd="0" presId="urn:microsoft.com/office/officeart/2018/2/layout/IconLabel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954DEEA-D70A-456B-BEC0-558D0AF3AC6B}" type="doc">
      <dgm:prSet loTypeId="urn:microsoft.com/office/officeart/2005/8/layout/hierarchy1" loCatId="hierarchy" qsTypeId="urn:microsoft.com/office/officeart/2005/8/quickstyle/simple2" qsCatId="simple" csTypeId="urn:microsoft.com/office/officeart/2005/8/colors/accent0_3" csCatId="mainScheme" phldr="1"/>
      <dgm:spPr/>
      <dgm:t>
        <a:bodyPr/>
        <a:lstStyle/>
        <a:p>
          <a:endParaRPr lang="en-US"/>
        </a:p>
      </dgm:t>
    </dgm:pt>
    <dgm:pt modelId="{801FA229-ECFF-4358-926F-51930135E4EC}">
      <dgm:prSet/>
      <dgm:spPr/>
      <dgm:t>
        <a:bodyPr/>
        <a:lstStyle/>
        <a:p>
          <a:r>
            <a:rPr lang="en-US"/>
            <a:t>Board games are fun</a:t>
          </a:r>
        </a:p>
      </dgm:t>
    </dgm:pt>
    <dgm:pt modelId="{016FA41D-EE6C-4288-8DFD-FDB4FC23E910}" type="parTrans" cxnId="{8D96919A-A832-4FD2-903F-42598C198B73}">
      <dgm:prSet/>
      <dgm:spPr/>
      <dgm:t>
        <a:bodyPr/>
        <a:lstStyle/>
        <a:p>
          <a:endParaRPr lang="en-US"/>
        </a:p>
      </dgm:t>
    </dgm:pt>
    <dgm:pt modelId="{E61BE8A2-FC0B-46A9-8EBC-2FC5D3751225}" type="sibTrans" cxnId="{8D96919A-A832-4FD2-903F-42598C198B73}">
      <dgm:prSet/>
      <dgm:spPr/>
      <dgm:t>
        <a:bodyPr/>
        <a:lstStyle/>
        <a:p>
          <a:endParaRPr lang="en-US"/>
        </a:p>
      </dgm:t>
    </dgm:pt>
    <dgm:pt modelId="{25F0BF75-6768-4E55-AB91-8CBA5E31EC12}">
      <dgm:prSet/>
      <dgm:spPr/>
      <dgm:t>
        <a:bodyPr/>
        <a:lstStyle/>
        <a:p>
          <a:r>
            <a:rPr lang="en-US"/>
            <a:t>Good for our programming level</a:t>
          </a:r>
        </a:p>
      </dgm:t>
    </dgm:pt>
    <dgm:pt modelId="{A7C5D1CC-5CDA-4123-B324-0BCEFAF4CF4E}" type="parTrans" cxnId="{6FE035A4-4A83-4EF6-8810-FDD63FABF799}">
      <dgm:prSet/>
      <dgm:spPr/>
      <dgm:t>
        <a:bodyPr/>
        <a:lstStyle/>
        <a:p>
          <a:endParaRPr lang="en-US"/>
        </a:p>
      </dgm:t>
    </dgm:pt>
    <dgm:pt modelId="{5BBFE5F2-7254-4F0F-876D-00ABCA4BAD63}" type="sibTrans" cxnId="{6FE035A4-4A83-4EF6-8810-FDD63FABF799}">
      <dgm:prSet/>
      <dgm:spPr/>
      <dgm:t>
        <a:bodyPr/>
        <a:lstStyle/>
        <a:p>
          <a:endParaRPr lang="en-US"/>
        </a:p>
      </dgm:t>
    </dgm:pt>
    <dgm:pt modelId="{4C54EC30-2C13-4129-B34A-339E95122659}">
      <dgm:prSet/>
      <dgm:spPr/>
      <dgm:t>
        <a:bodyPr/>
        <a:lstStyle/>
        <a:p>
          <a:r>
            <a:rPr lang="en-US"/>
            <a:t>Fun to make</a:t>
          </a:r>
        </a:p>
      </dgm:t>
    </dgm:pt>
    <dgm:pt modelId="{83A58719-D95D-4E9E-99B4-89BE590D7811}" type="parTrans" cxnId="{49BB9A8F-F30F-49AA-87BD-686AC23FABC5}">
      <dgm:prSet/>
      <dgm:spPr/>
      <dgm:t>
        <a:bodyPr/>
        <a:lstStyle/>
        <a:p>
          <a:endParaRPr lang="en-US"/>
        </a:p>
      </dgm:t>
    </dgm:pt>
    <dgm:pt modelId="{96AA5C82-3F02-41CA-8DFE-0EB61474922E}" type="sibTrans" cxnId="{49BB9A8F-F30F-49AA-87BD-686AC23FABC5}">
      <dgm:prSet/>
      <dgm:spPr/>
      <dgm:t>
        <a:bodyPr/>
        <a:lstStyle/>
        <a:p>
          <a:endParaRPr lang="en-US"/>
        </a:p>
      </dgm:t>
    </dgm:pt>
    <dgm:pt modelId="{C4F96C2B-F984-4B48-B0B3-E5170E6BEBD4}">
      <dgm:prSet/>
      <dgm:spPr/>
      <dgm:t>
        <a:bodyPr/>
        <a:lstStyle/>
        <a:p>
          <a:r>
            <a:rPr lang="en-US"/>
            <a:t>For people who want to play games online with in person people</a:t>
          </a:r>
        </a:p>
      </dgm:t>
    </dgm:pt>
    <dgm:pt modelId="{76E45FD2-7410-42E5-8245-9CFAB03EB118}" type="parTrans" cxnId="{5D194BA0-C415-4876-9EAF-FAC65A59E89D}">
      <dgm:prSet/>
      <dgm:spPr/>
      <dgm:t>
        <a:bodyPr/>
        <a:lstStyle/>
        <a:p>
          <a:endParaRPr lang="en-US"/>
        </a:p>
      </dgm:t>
    </dgm:pt>
    <dgm:pt modelId="{7CCB51AD-B051-49FC-94C9-EDF23BD27B9A}" type="sibTrans" cxnId="{5D194BA0-C415-4876-9EAF-FAC65A59E89D}">
      <dgm:prSet/>
      <dgm:spPr/>
      <dgm:t>
        <a:bodyPr/>
        <a:lstStyle/>
        <a:p>
          <a:endParaRPr lang="en-US"/>
        </a:p>
      </dgm:t>
    </dgm:pt>
    <dgm:pt modelId="{6C13ED30-5977-4100-A752-49218737C26F}" type="pres">
      <dgm:prSet presAssocID="{8954DEEA-D70A-456B-BEC0-558D0AF3AC6B}" presName="hierChild1" presStyleCnt="0">
        <dgm:presLayoutVars>
          <dgm:chPref val="1"/>
          <dgm:dir/>
          <dgm:animOne val="branch"/>
          <dgm:animLvl val="lvl"/>
          <dgm:resizeHandles/>
        </dgm:presLayoutVars>
      </dgm:prSet>
      <dgm:spPr/>
    </dgm:pt>
    <dgm:pt modelId="{DA8FF6AC-0C25-445C-BDD2-8B95262600B2}" type="pres">
      <dgm:prSet presAssocID="{801FA229-ECFF-4358-926F-51930135E4EC}" presName="hierRoot1" presStyleCnt="0"/>
      <dgm:spPr/>
    </dgm:pt>
    <dgm:pt modelId="{98359AD2-FA93-4E5B-8484-E08C338A54F6}" type="pres">
      <dgm:prSet presAssocID="{801FA229-ECFF-4358-926F-51930135E4EC}" presName="composite" presStyleCnt="0"/>
      <dgm:spPr/>
    </dgm:pt>
    <dgm:pt modelId="{C6D91C91-EC51-429B-A8B0-97DB107D8B34}" type="pres">
      <dgm:prSet presAssocID="{801FA229-ECFF-4358-926F-51930135E4EC}" presName="background" presStyleLbl="node0" presStyleIdx="0" presStyleCnt="4"/>
      <dgm:spPr/>
    </dgm:pt>
    <dgm:pt modelId="{7CA82DA5-9C13-433B-8612-E7A8DC457B4E}" type="pres">
      <dgm:prSet presAssocID="{801FA229-ECFF-4358-926F-51930135E4EC}" presName="text" presStyleLbl="fgAcc0" presStyleIdx="0" presStyleCnt="4">
        <dgm:presLayoutVars>
          <dgm:chPref val="3"/>
        </dgm:presLayoutVars>
      </dgm:prSet>
      <dgm:spPr/>
    </dgm:pt>
    <dgm:pt modelId="{CAC681FC-6493-4ED0-85EF-F43AC1785C32}" type="pres">
      <dgm:prSet presAssocID="{801FA229-ECFF-4358-926F-51930135E4EC}" presName="hierChild2" presStyleCnt="0"/>
      <dgm:spPr/>
    </dgm:pt>
    <dgm:pt modelId="{66CCC468-D4CB-43B7-8CE7-3933CA7B75C0}" type="pres">
      <dgm:prSet presAssocID="{25F0BF75-6768-4E55-AB91-8CBA5E31EC12}" presName="hierRoot1" presStyleCnt="0"/>
      <dgm:spPr/>
    </dgm:pt>
    <dgm:pt modelId="{A1CC20B6-5023-4370-87E5-CE0A45C457A0}" type="pres">
      <dgm:prSet presAssocID="{25F0BF75-6768-4E55-AB91-8CBA5E31EC12}" presName="composite" presStyleCnt="0"/>
      <dgm:spPr/>
    </dgm:pt>
    <dgm:pt modelId="{7FC9998B-CB44-429F-BA37-456BC458107D}" type="pres">
      <dgm:prSet presAssocID="{25F0BF75-6768-4E55-AB91-8CBA5E31EC12}" presName="background" presStyleLbl="node0" presStyleIdx="1" presStyleCnt="4"/>
      <dgm:spPr/>
    </dgm:pt>
    <dgm:pt modelId="{97BBAFFD-BBBF-40A8-B234-5C49968E37BC}" type="pres">
      <dgm:prSet presAssocID="{25F0BF75-6768-4E55-AB91-8CBA5E31EC12}" presName="text" presStyleLbl="fgAcc0" presStyleIdx="1" presStyleCnt="4">
        <dgm:presLayoutVars>
          <dgm:chPref val="3"/>
        </dgm:presLayoutVars>
      </dgm:prSet>
      <dgm:spPr/>
    </dgm:pt>
    <dgm:pt modelId="{D57E56A6-5939-497F-A783-3C0A924487B7}" type="pres">
      <dgm:prSet presAssocID="{25F0BF75-6768-4E55-AB91-8CBA5E31EC12}" presName="hierChild2" presStyleCnt="0"/>
      <dgm:spPr/>
    </dgm:pt>
    <dgm:pt modelId="{647ED9CB-F528-47FB-99D4-BB26057237F3}" type="pres">
      <dgm:prSet presAssocID="{4C54EC30-2C13-4129-B34A-339E95122659}" presName="hierRoot1" presStyleCnt="0"/>
      <dgm:spPr/>
    </dgm:pt>
    <dgm:pt modelId="{45FCD0B6-E200-4A2B-A47B-C98C3FBE7044}" type="pres">
      <dgm:prSet presAssocID="{4C54EC30-2C13-4129-B34A-339E95122659}" presName="composite" presStyleCnt="0"/>
      <dgm:spPr/>
    </dgm:pt>
    <dgm:pt modelId="{579795D2-FED4-4DF5-A046-BC323FDDBE00}" type="pres">
      <dgm:prSet presAssocID="{4C54EC30-2C13-4129-B34A-339E95122659}" presName="background" presStyleLbl="node0" presStyleIdx="2" presStyleCnt="4"/>
      <dgm:spPr/>
    </dgm:pt>
    <dgm:pt modelId="{3A99A1C1-9791-431C-96D5-2FA8EB0FE210}" type="pres">
      <dgm:prSet presAssocID="{4C54EC30-2C13-4129-B34A-339E95122659}" presName="text" presStyleLbl="fgAcc0" presStyleIdx="2" presStyleCnt="4">
        <dgm:presLayoutVars>
          <dgm:chPref val="3"/>
        </dgm:presLayoutVars>
      </dgm:prSet>
      <dgm:spPr/>
    </dgm:pt>
    <dgm:pt modelId="{19B3DABB-FEFD-460B-B783-56C53AB32A76}" type="pres">
      <dgm:prSet presAssocID="{4C54EC30-2C13-4129-B34A-339E95122659}" presName="hierChild2" presStyleCnt="0"/>
      <dgm:spPr/>
    </dgm:pt>
    <dgm:pt modelId="{30D1D6EE-4A4E-4F45-8135-3819F83A0121}" type="pres">
      <dgm:prSet presAssocID="{C4F96C2B-F984-4B48-B0B3-E5170E6BEBD4}" presName="hierRoot1" presStyleCnt="0"/>
      <dgm:spPr/>
    </dgm:pt>
    <dgm:pt modelId="{B030D031-950D-43A7-B123-33C1CCEDFA10}" type="pres">
      <dgm:prSet presAssocID="{C4F96C2B-F984-4B48-B0B3-E5170E6BEBD4}" presName="composite" presStyleCnt="0"/>
      <dgm:spPr/>
    </dgm:pt>
    <dgm:pt modelId="{F9E610DF-F2C5-40E6-94B9-D46F6AA2E5CB}" type="pres">
      <dgm:prSet presAssocID="{C4F96C2B-F984-4B48-B0B3-E5170E6BEBD4}" presName="background" presStyleLbl="node0" presStyleIdx="3" presStyleCnt="4"/>
      <dgm:spPr/>
    </dgm:pt>
    <dgm:pt modelId="{9D5CF77A-E2D6-442B-BF89-3E204BAACCF7}" type="pres">
      <dgm:prSet presAssocID="{C4F96C2B-F984-4B48-B0B3-E5170E6BEBD4}" presName="text" presStyleLbl="fgAcc0" presStyleIdx="3" presStyleCnt="4">
        <dgm:presLayoutVars>
          <dgm:chPref val="3"/>
        </dgm:presLayoutVars>
      </dgm:prSet>
      <dgm:spPr/>
    </dgm:pt>
    <dgm:pt modelId="{09092A29-38E0-48BB-BD62-8FC3AECC1C92}" type="pres">
      <dgm:prSet presAssocID="{C4F96C2B-F984-4B48-B0B3-E5170E6BEBD4}" presName="hierChild2" presStyleCnt="0"/>
      <dgm:spPr/>
    </dgm:pt>
  </dgm:ptLst>
  <dgm:cxnLst>
    <dgm:cxn modelId="{BE234502-6E80-49A1-8672-6806BA3AE70E}" type="presOf" srcId="{801FA229-ECFF-4358-926F-51930135E4EC}" destId="{7CA82DA5-9C13-433B-8612-E7A8DC457B4E}" srcOrd="0" destOrd="0" presId="urn:microsoft.com/office/officeart/2005/8/layout/hierarchy1"/>
    <dgm:cxn modelId="{43A9B357-0F72-4D20-9B85-FB2F9FE14C4A}" type="presOf" srcId="{25F0BF75-6768-4E55-AB91-8CBA5E31EC12}" destId="{97BBAFFD-BBBF-40A8-B234-5C49968E37BC}" srcOrd="0" destOrd="0" presId="urn:microsoft.com/office/officeart/2005/8/layout/hierarchy1"/>
    <dgm:cxn modelId="{187DA559-BCDE-4DF3-A756-CFA3D0BB3959}" type="presOf" srcId="{8954DEEA-D70A-456B-BEC0-558D0AF3AC6B}" destId="{6C13ED30-5977-4100-A752-49218737C26F}" srcOrd="0" destOrd="0" presId="urn:microsoft.com/office/officeart/2005/8/layout/hierarchy1"/>
    <dgm:cxn modelId="{49BB9A8F-F30F-49AA-87BD-686AC23FABC5}" srcId="{8954DEEA-D70A-456B-BEC0-558D0AF3AC6B}" destId="{4C54EC30-2C13-4129-B34A-339E95122659}" srcOrd="2" destOrd="0" parTransId="{83A58719-D95D-4E9E-99B4-89BE590D7811}" sibTransId="{96AA5C82-3F02-41CA-8DFE-0EB61474922E}"/>
    <dgm:cxn modelId="{0A0E5693-FE5A-4447-810A-310DDE389065}" type="presOf" srcId="{4C54EC30-2C13-4129-B34A-339E95122659}" destId="{3A99A1C1-9791-431C-96D5-2FA8EB0FE210}" srcOrd="0" destOrd="0" presId="urn:microsoft.com/office/officeart/2005/8/layout/hierarchy1"/>
    <dgm:cxn modelId="{8D96919A-A832-4FD2-903F-42598C198B73}" srcId="{8954DEEA-D70A-456B-BEC0-558D0AF3AC6B}" destId="{801FA229-ECFF-4358-926F-51930135E4EC}" srcOrd="0" destOrd="0" parTransId="{016FA41D-EE6C-4288-8DFD-FDB4FC23E910}" sibTransId="{E61BE8A2-FC0B-46A9-8EBC-2FC5D3751225}"/>
    <dgm:cxn modelId="{5D194BA0-C415-4876-9EAF-FAC65A59E89D}" srcId="{8954DEEA-D70A-456B-BEC0-558D0AF3AC6B}" destId="{C4F96C2B-F984-4B48-B0B3-E5170E6BEBD4}" srcOrd="3" destOrd="0" parTransId="{76E45FD2-7410-42E5-8245-9CFAB03EB118}" sibTransId="{7CCB51AD-B051-49FC-94C9-EDF23BD27B9A}"/>
    <dgm:cxn modelId="{6FE035A4-4A83-4EF6-8810-FDD63FABF799}" srcId="{8954DEEA-D70A-456B-BEC0-558D0AF3AC6B}" destId="{25F0BF75-6768-4E55-AB91-8CBA5E31EC12}" srcOrd="1" destOrd="0" parTransId="{A7C5D1CC-5CDA-4123-B324-0BCEFAF4CF4E}" sibTransId="{5BBFE5F2-7254-4F0F-876D-00ABCA4BAD63}"/>
    <dgm:cxn modelId="{C237FAD5-AD18-4285-AB5E-E0B340252336}" type="presOf" srcId="{C4F96C2B-F984-4B48-B0B3-E5170E6BEBD4}" destId="{9D5CF77A-E2D6-442B-BF89-3E204BAACCF7}" srcOrd="0" destOrd="0" presId="urn:microsoft.com/office/officeart/2005/8/layout/hierarchy1"/>
    <dgm:cxn modelId="{85B2C60E-2247-4C33-BB55-04C1ECB934C7}" type="presParOf" srcId="{6C13ED30-5977-4100-A752-49218737C26F}" destId="{DA8FF6AC-0C25-445C-BDD2-8B95262600B2}" srcOrd="0" destOrd="0" presId="urn:microsoft.com/office/officeart/2005/8/layout/hierarchy1"/>
    <dgm:cxn modelId="{1952C99F-DF2B-4D7A-A811-15C119CCDCF4}" type="presParOf" srcId="{DA8FF6AC-0C25-445C-BDD2-8B95262600B2}" destId="{98359AD2-FA93-4E5B-8484-E08C338A54F6}" srcOrd="0" destOrd="0" presId="urn:microsoft.com/office/officeart/2005/8/layout/hierarchy1"/>
    <dgm:cxn modelId="{61A532BA-D163-43A8-B800-C9E0CAAB156C}" type="presParOf" srcId="{98359AD2-FA93-4E5B-8484-E08C338A54F6}" destId="{C6D91C91-EC51-429B-A8B0-97DB107D8B34}" srcOrd="0" destOrd="0" presId="urn:microsoft.com/office/officeart/2005/8/layout/hierarchy1"/>
    <dgm:cxn modelId="{2DE1D6CD-DE9F-445D-9511-1D76BD60585C}" type="presParOf" srcId="{98359AD2-FA93-4E5B-8484-E08C338A54F6}" destId="{7CA82DA5-9C13-433B-8612-E7A8DC457B4E}" srcOrd="1" destOrd="0" presId="urn:microsoft.com/office/officeart/2005/8/layout/hierarchy1"/>
    <dgm:cxn modelId="{8AE834FA-0849-45B6-87CB-64C50B9E4DE6}" type="presParOf" srcId="{DA8FF6AC-0C25-445C-BDD2-8B95262600B2}" destId="{CAC681FC-6493-4ED0-85EF-F43AC1785C32}" srcOrd="1" destOrd="0" presId="urn:microsoft.com/office/officeart/2005/8/layout/hierarchy1"/>
    <dgm:cxn modelId="{08BAB173-D606-4CBA-82B7-D63633ED4080}" type="presParOf" srcId="{6C13ED30-5977-4100-A752-49218737C26F}" destId="{66CCC468-D4CB-43B7-8CE7-3933CA7B75C0}" srcOrd="1" destOrd="0" presId="urn:microsoft.com/office/officeart/2005/8/layout/hierarchy1"/>
    <dgm:cxn modelId="{5D6BEA67-FD59-4C7F-91B5-BE3FD3538998}" type="presParOf" srcId="{66CCC468-D4CB-43B7-8CE7-3933CA7B75C0}" destId="{A1CC20B6-5023-4370-87E5-CE0A45C457A0}" srcOrd="0" destOrd="0" presId="urn:microsoft.com/office/officeart/2005/8/layout/hierarchy1"/>
    <dgm:cxn modelId="{81BB194A-E780-4845-8CC4-6EC809ECE717}" type="presParOf" srcId="{A1CC20B6-5023-4370-87E5-CE0A45C457A0}" destId="{7FC9998B-CB44-429F-BA37-456BC458107D}" srcOrd="0" destOrd="0" presId="urn:microsoft.com/office/officeart/2005/8/layout/hierarchy1"/>
    <dgm:cxn modelId="{A590D658-F245-4E10-BA28-05DE943A68FA}" type="presParOf" srcId="{A1CC20B6-5023-4370-87E5-CE0A45C457A0}" destId="{97BBAFFD-BBBF-40A8-B234-5C49968E37BC}" srcOrd="1" destOrd="0" presId="urn:microsoft.com/office/officeart/2005/8/layout/hierarchy1"/>
    <dgm:cxn modelId="{361B6BBD-8685-4A58-BCE7-AE5B01EEEB67}" type="presParOf" srcId="{66CCC468-D4CB-43B7-8CE7-3933CA7B75C0}" destId="{D57E56A6-5939-497F-A783-3C0A924487B7}" srcOrd="1" destOrd="0" presId="urn:microsoft.com/office/officeart/2005/8/layout/hierarchy1"/>
    <dgm:cxn modelId="{0C7B4757-8310-4740-A6ED-CDFE6320035E}" type="presParOf" srcId="{6C13ED30-5977-4100-A752-49218737C26F}" destId="{647ED9CB-F528-47FB-99D4-BB26057237F3}" srcOrd="2" destOrd="0" presId="urn:microsoft.com/office/officeart/2005/8/layout/hierarchy1"/>
    <dgm:cxn modelId="{01AEA87C-77EF-4CC0-8FFF-7EA41CEBE0EE}" type="presParOf" srcId="{647ED9CB-F528-47FB-99D4-BB26057237F3}" destId="{45FCD0B6-E200-4A2B-A47B-C98C3FBE7044}" srcOrd="0" destOrd="0" presId="urn:microsoft.com/office/officeart/2005/8/layout/hierarchy1"/>
    <dgm:cxn modelId="{03976E13-F1F8-4AA6-B930-14D3DB883489}" type="presParOf" srcId="{45FCD0B6-E200-4A2B-A47B-C98C3FBE7044}" destId="{579795D2-FED4-4DF5-A046-BC323FDDBE00}" srcOrd="0" destOrd="0" presId="urn:microsoft.com/office/officeart/2005/8/layout/hierarchy1"/>
    <dgm:cxn modelId="{76CA4000-5D34-4C6D-BD71-70BD9BA4DBE4}" type="presParOf" srcId="{45FCD0B6-E200-4A2B-A47B-C98C3FBE7044}" destId="{3A99A1C1-9791-431C-96D5-2FA8EB0FE210}" srcOrd="1" destOrd="0" presId="urn:microsoft.com/office/officeart/2005/8/layout/hierarchy1"/>
    <dgm:cxn modelId="{DE365C6C-0E87-4FFE-BAC9-212F223007F9}" type="presParOf" srcId="{647ED9CB-F528-47FB-99D4-BB26057237F3}" destId="{19B3DABB-FEFD-460B-B783-56C53AB32A76}" srcOrd="1" destOrd="0" presId="urn:microsoft.com/office/officeart/2005/8/layout/hierarchy1"/>
    <dgm:cxn modelId="{6D0B5AF4-A296-40B5-8E92-D2BD2124E9C4}" type="presParOf" srcId="{6C13ED30-5977-4100-A752-49218737C26F}" destId="{30D1D6EE-4A4E-4F45-8135-3819F83A0121}" srcOrd="3" destOrd="0" presId="urn:microsoft.com/office/officeart/2005/8/layout/hierarchy1"/>
    <dgm:cxn modelId="{A4541732-C2F7-4120-BA2C-F68B1616D2F3}" type="presParOf" srcId="{30D1D6EE-4A4E-4F45-8135-3819F83A0121}" destId="{B030D031-950D-43A7-B123-33C1CCEDFA10}" srcOrd="0" destOrd="0" presId="urn:microsoft.com/office/officeart/2005/8/layout/hierarchy1"/>
    <dgm:cxn modelId="{4AFB870D-D239-4322-9582-2407ECDECB6C}" type="presParOf" srcId="{B030D031-950D-43A7-B123-33C1CCEDFA10}" destId="{F9E610DF-F2C5-40E6-94B9-D46F6AA2E5CB}" srcOrd="0" destOrd="0" presId="urn:microsoft.com/office/officeart/2005/8/layout/hierarchy1"/>
    <dgm:cxn modelId="{A61FF5F6-BD44-4015-938C-0BE6127F31B0}" type="presParOf" srcId="{B030D031-950D-43A7-B123-33C1CCEDFA10}" destId="{9D5CF77A-E2D6-442B-BF89-3E204BAACCF7}" srcOrd="1" destOrd="0" presId="urn:microsoft.com/office/officeart/2005/8/layout/hierarchy1"/>
    <dgm:cxn modelId="{AEF2F4C8-0ED0-4041-9E81-D3FD8BAE2C90}" type="presParOf" srcId="{30D1D6EE-4A4E-4F45-8135-3819F83A0121}" destId="{09092A29-38E0-48BB-BD62-8FC3AECC1C92}"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A354D86-EDB0-4B0D-92AA-38C8F45541BE}"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980071C6-E221-41F9-8E1A-A5F5991FF4AB}">
      <dgm:prSet/>
      <dgm:spPr/>
      <dgm:t>
        <a:bodyPr/>
        <a:lstStyle/>
        <a:p>
          <a:r>
            <a:rPr lang="en-US"/>
            <a:t>Player Movement Animation</a:t>
          </a:r>
        </a:p>
      </dgm:t>
    </dgm:pt>
    <dgm:pt modelId="{B52FDA2B-F4B0-4742-B279-3040F3BA5291}" type="parTrans" cxnId="{0C357C15-E0F6-4C6E-A810-02EC14064B9B}">
      <dgm:prSet/>
      <dgm:spPr/>
      <dgm:t>
        <a:bodyPr/>
        <a:lstStyle/>
        <a:p>
          <a:endParaRPr lang="en-US"/>
        </a:p>
      </dgm:t>
    </dgm:pt>
    <dgm:pt modelId="{5A025D31-74A4-4A45-A191-B30A59432B57}" type="sibTrans" cxnId="{0C357C15-E0F6-4C6E-A810-02EC14064B9B}">
      <dgm:prSet/>
      <dgm:spPr/>
      <dgm:t>
        <a:bodyPr/>
        <a:lstStyle/>
        <a:p>
          <a:endParaRPr lang="en-US"/>
        </a:p>
      </dgm:t>
    </dgm:pt>
    <dgm:pt modelId="{146F2710-01A6-41F1-8215-08D4838CCACF}">
      <dgm:prSet/>
      <dgm:spPr/>
      <dgm:t>
        <a:bodyPr/>
        <a:lstStyle/>
        <a:p>
          <a:r>
            <a:rPr lang="en-US"/>
            <a:t>Action Cards</a:t>
          </a:r>
        </a:p>
      </dgm:t>
    </dgm:pt>
    <dgm:pt modelId="{971FD462-731A-44E8-959A-AC44302C8503}" type="parTrans" cxnId="{6EE42874-D1D1-484B-89ED-47D336F84F7B}">
      <dgm:prSet/>
      <dgm:spPr/>
      <dgm:t>
        <a:bodyPr/>
        <a:lstStyle/>
        <a:p>
          <a:endParaRPr lang="en-US"/>
        </a:p>
      </dgm:t>
    </dgm:pt>
    <dgm:pt modelId="{FA604B4B-FDB2-40D8-9B84-7A4DC24766B5}" type="sibTrans" cxnId="{6EE42874-D1D1-484B-89ED-47D336F84F7B}">
      <dgm:prSet/>
      <dgm:spPr/>
      <dgm:t>
        <a:bodyPr/>
        <a:lstStyle/>
        <a:p>
          <a:endParaRPr lang="en-US"/>
        </a:p>
      </dgm:t>
    </dgm:pt>
    <dgm:pt modelId="{2A07F1AC-7524-4A7D-9BD2-BBEFA8E90849}">
      <dgm:prSet/>
      <dgm:spPr/>
      <dgm:t>
        <a:bodyPr/>
        <a:lstStyle/>
        <a:p>
          <a:r>
            <a:rPr lang="en-US"/>
            <a:t>Currency &amp; Score Tracking System</a:t>
          </a:r>
        </a:p>
      </dgm:t>
    </dgm:pt>
    <dgm:pt modelId="{B20505DE-6858-4BF8-B772-6FA0A61DEA18}" type="parTrans" cxnId="{B7DC93A9-8835-4B35-8E69-EE7096A9562B}">
      <dgm:prSet/>
      <dgm:spPr/>
      <dgm:t>
        <a:bodyPr/>
        <a:lstStyle/>
        <a:p>
          <a:endParaRPr lang="en-US"/>
        </a:p>
      </dgm:t>
    </dgm:pt>
    <dgm:pt modelId="{C6210DB6-E39E-4F8B-9E98-14076FF9F571}" type="sibTrans" cxnId="{B7DC93A9-8835-4B35-8E69-EE7096A9562B}">
      <dgm:prSet/>
      <dgm:spPr/>
      <dgm:t>
        <a:bodyPr/>
        <a:lstStyle/>
        <a:p>
          <a:endParaRPr lang="en-US"/>
        </a:p>
      </dgm:t>
    </dgm:pt>
    <dgm:pt modelId="{7CF4B4F5-50E0-49DA-84A3-03EA5719CFD4}">
      <dgm:prSet/>
      <dgm:spPr/>
      <dgm:t>
        <a:bodyPr/>
        <a:lstStyle/>
        <a:p>
          <a:r>
            <a:rPr lang="en-US"/>
            <a:t>Game Conclusion &amp; Winner Determination</a:t>
          </a:r>
        </a:p>
      </dgm:t>
    </dgm:pt>
    <dgm:pt modelId="{92719530-0B91-4B25-BD66-4152904F6C28}" type="parTrans" cxnId="{200F595A-2DF7-4222-9996-93CCA8F19B3F}">
      <dgm:prSet/>
      <dgm:spPr/>
      <dgm:t>
        <a:bodyPr/>
        <a:lstStyle/>
        <a:p>
          <a:endParaRPr lang="en-US"/>
        </a:p>
      </dgm:t>
    </dgm:pt>
    <dgm:pt modelId="{34348CFC-5EF9-4324-9FFD-C53587F9DFA3}" type="sibTrans" cxnId="{200F595A-2DF7-4222-9996-93CCA8F19B3F}">
      <dgm:prSet/>
      <dgm:spPr/>
      <dgm:t>
        <a:bodyPr/>
        <a:lstStyle/>
        <a:p>
          <a:endParaRPr lang="en-US"/>
        </a:p>
      </dgm:t>
    </dgm:pt>
    <dgm:pt modelId="{80BF135E-843B-432D-92A1-2F72152DE7C4}" type="pres">
      <dgm:prSet presAssocID="{1A354D86-EDB0-4B0D-92AA-38C8F45541BE}" presName="vert0" presStyleCnt="0">
        <dgm:presLayoutVars>
          <dgm:dir/>
          <dgm:animOne val="branch"/>
          <dgm:animLvl val="lvl"/>
        </dgm:presLayoutVars>
      </dgm:prSet>
      <dgm:spPr/>
    </dgm:pt>
    <dgm:pt modelId="{D3FDEEA9-A471-45BC-81D2-173805DFC0E2}" type="pres">
      <dgm:prSet presAssocID="{980071C6-E221-41F9-8E1A-A5F5991FF4AB}" presName="thickLine" presStyleLbl="alignNode1" presStyleIdx="0" presStyleCnt="4"/>
      <dgm:spPr/>
    </dgm:pt>
    <dgm:pt modelId="{AEFA67CC-1BFF-46AD-B323-65F3D2C810E2}" type="pres">
      <dgm:prSet presAssocID="{980071C6-E221-41F9-8E1A-A5F5991FF4AB}" presName="horz1" presStyleCnt="0"/>
      <dgm:spPr/>
    </dgm:pt>
    <dgm:pt modelId="{5A52C032-4556-455B-AEA6-E463CC612F1E}" type="pres">
      <dgm:prSet presAssocID="{980071C6-E221-41F9-8E1A-A5F5991FF4AB}" presName="tx1" presStyleLbl="revTx" presStyleIdx="0" presStyleCnt="4"/>
      <dgm:spPr/>
    </dgm:pt>
    <dgm:pt modelId="{976A0692-E88D-4AF7-AB80-59334232DFA4}" type="pres">
      <dgm:prSet presAssocID="{980071C6-E221-41F9-8E1A-A5F5991FF4AB}" presName="vert1" presStyleCnt="0"/>
      <dgm:spPr/>
    </dgm:pt>
    <dgm:pt modelId="{FCF3BDA1-3E79-445E-ADD8-6005643C61A0}" type="pres">
      <dgm:prSet presAssocID="{146F2710-01A6-41F1-8215-08D4838CCACF}" presName="thickLine" presStyleLbl="alignNode1" presStyleIdx="1" presStyleCnt="4"/>
      <dgm:spPr/>
    </dgm:pt>
    <dgm:pt modelId="{3963E94F-7EA0-41D2-846E-DBFFD5C102D8}" type="pres">
      <dgm:prSet presAssocID="{146F2710-01A6-41F1-8215-08D4838CCACF}" presName="horz1" presStyleCnt="0"/>
      <dgm:spPr/>
    </dgm:pt>
    <dgm:pt modelId="{B1D032EB-0906-40CA-A974-B59A5851BA3C}" type="pres">
      <dgm:prSet presAssocID="{146F2710-01A6-41F1-8215-08D4838CCACF}" presName="tx1" presStyleLbl="revTx" presStyleIdx="1" presStyleCnt="4"/>
      <dgm:spPr/>
    </dgm:pt>
    <dgm:pt modelId="{3F097A60-5147-489C-ADE5-9422FE75CA83}" type="pres">
      <dgm:prSet presAssocID="{146F2710-01A6-41F1-8215-08D4838CCACF}" presName="vert1" presStyleCnt="0"/>
      <dgm:spPr/>
    </dgm:pt>
    <dgm:pt modelId="{921B19D6-A1FB-470A-864D-CB63037982E4}" type="pres">
      <dgm:prSet presAssocID="{2A07F1AC-7524-4A7D-9BD2-BBEFA8E90849}" presName="thickLine" presStyleLbl="alignNode1" presStyleIdx="2" presStyleCnt="4"/>
      <dgm:spPr/>
    </dgm:pt>
    <dgm:pt modelId="{A22AE07D-6A1D-48D4-A0ED-38DCC5867E60}" type="pres">
      <dgm:prSet presAssocID="{2A07F1AC-7524-4A7D-9BD2-BBEFA8E90849}" presName="horz1" presStyleCnt="0"/>
      <dgm:spPr/>
    </dgm:pt>
    <dgm:pt modelId="{3E4AD892-EFDE-4D9E-BFD1-BC6B9C3AA6A3}" type="pres">
      <dgm:prSet presAssocID="{2A07F1AC-7524-4A7D-9BD2-BBEFA8E90849}" presName="tx1" presStyleLbl="revTx" presStyleIdx="2" presStyleCnt="4"/>
      <dgm:spPr/>
    </dgm:pt>
    <dgm:pt modelId="{EDA110AE-B680-4FE4-A376-B8FC6FC98341}" type="pres">
      <dgm:prSet presAssocID="{2A07F1AC-7524-4A7D-9BD2-BBEFA8E90849}" presName="vert1" presStyleCnt="0"/>
      <dgm:spPr/>
    </dgm:pt>
    <dgm:pt modelId="{20C32A5B-BCB0-4C57-914D-EC111E480802}" type="pres">
      <dgm:prSet presAssocID="{7CF4B4F5-50E0-49DA-84A3-03EA5719CFD4}" presName="thickLine" presStyleLbl="alignNode1" presStyleIdx="3" presStyleCnt="4"/>
      <dgm:spPr/>
    </dgm:pt>
    <dgm:pt modelId="{99F5722A-9B35-461E-B8F6-EA16CEB8BC24}" type="pres">
      <dgm:prSet presAssocID="{7CF4B4F5-50E0-49DA-84A3-03EA5719CFD4}" presName="horz1" presStyleCnt="0"/>
      <dgm:spPr/>
    </dgm:pt>
    <dgm:pt modelId="{5B077601-7BFD-44B8-BFD6-8279D691F8A5}" type="pres">
      <dgm:prSet presAssocID="{7CF4B4F5-50E0-49DA-84A3-03EA5719CFD4}" presName="tx1" presStyleLbl="revTx" presStyleIdx="3" presStyleCnt="4"/>
      <dgm:spPr/>
    </dgm:pt>
    <dgm:pt modelId="{662BDBD1-4404-4E56-89BE-227CDCE32226}" type="pres">
      <dgm:prSet presAssocID="{7CF4B4F5-50E0-49DA-84A3-03EA5719CFD4}" presName="vert1" presStyleCnt="0"/>
      <dgm:spPr/>
    </dgm:pt>
  </dgm:ptLst>
  <dgm:cxnLst>
    <dgm:cxn modelId="{8F7AF108-E070-4493-818B-D80159500A2A}" type="presOf" srcId="{146F2710-01A6-41F1-8215-08D4838CCACF}" destId="{B1D032EB-0906-40CA-A974-B59A5851BA3C}" srcOrd="0" destOrd="0" presId="urn:microsoft.com/office/officeart/2008/layout/LinedList"/>
    <dgm:cxn modelId="{B9C46B0C-BF5D-4A41-B392-474A29621710}" type="presOf" srcId="{1A354D86-EDB0-4B0D-92AA-38C8F45541BE}" destId="{80BF135E-843B-432D-92A1-2F72152DE7C4}" srcOrd="0" destOrd="0" presId="urn:microsoft.com/office/officeart/2008/layout/LinedList"/>
    <dgm:cxn modelId="{0C357C15-E0F6-4C6E-A810-02EC14064B9B}" srcId="{1A354D86-EDB0-4B0D-92AA-38C8F45541BE}" destId="{980071C6-E221-41F9-8E1A-A5F5991FF4AB}" srcOrd="0" destOrd="0" parTransId="{B52FDA2B-F4B0-4742-B279-3040F3BA5291}" sibTransId="{5A025D31-74A4-4A45-A191-B30A59432B57}"/>
    <dgm:cxn modelId="{17F69523-B527-4ECD-AD21-E364A6729963}" type="presOf" srcId="{7CF4B4F5-50E0-49DA-84A3-03EA5719CFD4}" destId="{5B077601-7BFD-44B8-BFD6-8279D691F8A5}" srcOrd="0" destOrd="0" presId="urn:microsoft.com/office/officeart/2008/layout/LinedList"/>
    <dgm:cxn modelId="{A82F3D27-258A-431A-97A8-C19214549A56}" type="presOf" srcId="{2A07F1AC-7524-4A7D-9BD2-BBEFA8E90849}" destId="{3E4AD892-EFDE-4D9E-BFD1-BC6B9C3AA6A3}" srcOrd="0" destOrd="0" presId="urn:microsoft.com/office/officeart/2008/layout/LinedList"/>
    <dgm:cxn modelId="{6EE42874-D1D1-484B-89ED-47D336F84F7B}" srcId="{1A354D86-EDB0-4B0D-92AA-38C8F45541BE}" destId="{146F2710-01A6-41F1-8215-08D4838CCACF}" srcOrd="1" destOrd="0" parTransId="{971FD462-731A-44E8-959A-AC44302C8503}" sibTransId="{FA604B4B-FDB2-40D8-9B84-7A4DC24766B5}"/>
    <dgm:cxn modelId="{200F595A-2DF7-4222-9996-93CCA8F19B3F}" srcId="{1A354D86-EDB0-4B0D-92AA-38C8F45541BE}" destId="{7CF4B4F5-50E0-49DA-84A3-03EA5719CFD4}" srcOrd="3" destOrd="0" parTransId="{92719530-0B91-4B25-BD66-4152904F6C28}" sibTransId="{34348CFC-5EF9-4324-9FFD-C53587F9DFA3}"/>
    <dgm:cxn modelId="{B7DC93A9-8835-4B35-8E69-EE7096A9562B}" srcId="{1A354D86-EDB0-4B0D-92AA-38C8F45541BE}" destId="{2A07F1AC-7524-4A7D-9BD2-BBEFA8E90849}" srcOrd="2" destOrd="0" parTransId="{B20505DE-6858-4BF8-B772-6FA0A61DEA18}" sibTransId="{C6210DB6-E39E-4F8B-9E98-14076FF9F571}"/>
    <dgm:cxn modelId="{AB9EEBDB-74D0-4C14-9BB9-199C6F9A7546}" type="presOf" srcId="{980071C6-E221-41F9-8E1A-A5F5991FF4AB}" destId="{5A52C032-4556-455B-AEA6-E463CC612F1E}" srcOrd="0" destOrd="0" presId="urn:microsoft.com/office/officeart/2008/layout/LinedList"/>
    <dgm:cxn modelId="{1ECFAF09-3E0C-48FB-AD75-4861BBBDE534}" type="presParOf" srcId="{80BF135E-843B-432D-92A1-2F72152DE7C4}" destId="{D3FDEEA9-A471-45BC-81D2-173805DFC0E2}" srcOrd="0" destOrd="0" presId="urn:microsoft.com/office/officeart/2008/layout/LinedList"/>
    <dgm:cxn modelId="{E87D3FEA-915D-4709-A531-4C77A9428BAF}" type="presParOf" srcId="{80BF135E-843B-432D-92A1-2F72152DE7C4}" destId="{AEFA67CC-1BFF-46AD-B323-65F3D2C810E2}" srcOrd="1" destOrd="0" presId="urn:microsoft.com/office/officeart/2008/layout/LinedList"/>
    <dgm:cxn modelId="{4EB5112F-BEEE-4A49-9161-5B81D9624DDF}" type="presParOf" srcId="{AEFA67CC-1BFF-46AD-B323-65F3D2C810E2}" destId="{5A52C032-4556-455B-AEA6-E463CC612F1E}" srcOrd="0" destOrd="0" presId="urn:microsoft.com/office/officeart/2008/layout/LinedList"/>
    <dgm:cxn modelId="{5E585B11-FF77-45D8-8FB1-CC85F35A234C}" type="presParOf" srcId="{AEFA67CC-1BFF-46AD-B323-65F3D2C810E2}" destId="{976A0692-E88D-4AF7-AB80-59334232DFA4}" srcOrd="1" destOrd="0" presId="urn:microsoft.com/office/officeart/2008/layout/LinedList"/>
    <dgm:cxn modelId="{73377944-B592-473A-A586-A7FB9874435F}" type="presParOf" srcId="{80BF135E-843B-432D-92A1-2F72152DE7C4}" destId="{FCF3BDA1-3E79-445E-ADD8-6005643C61A0}" srcOrd="2" destOrd="0" presId="urn:microsoft.com/office/officeart/2008/layout/LinedList"/>
    <dgm:cxn modelId="{5EA141B4-5B39-461E-B128-70AB9A270336}" type="presParOf" srcId="{80BF135E-843B-432D-92A1-2F72152DE7C4}" destId="{3963E94F-7EA0-41D2-846E-DBFFD5C102D8}" srcOrd="3" destOrd="0" presId="urn:microsoft.com/office/officeart/2008/layout/LinedList"/>
    <dgm:cxn modelId="{0138891E-A53E-4661-B4D2-C625F77CF92D}" type="presParOf" srcId="{3963E94F-7EA0-41D2-846E-DBFFD5C102D8}" destId="{B1D032EB-0906-40CA-A974-B59A5851BA3C}" srcOrd="0" destOrd="0" presId="urn:microsoft.com/office/officeart/2008/layout/LinedList"/>
    <dgm:cxn modelId="{5ABB7415-E9E9-4F69-809E-43A0082618CB}" type="presParOf" srcId="{3963E94F-7EA0-41D2-846E-DBFFD5C102D8}" destId="{3F097A60-5147-489C-ADE5-9422FE75CA83}" srcOrd="1" destOrd="0" presId="urn:microsoft.com/office/officeart/2008/layout/LinedList"/>
    <dgm:cxn modelId="{14D1FAC3-E0D7-4FCF-9576-CDC2170E5D17}" type="presParOf" srcId="{80BF135E-843B-432D-92A1-2F72152DE7C4}" destId="{921B19D6-A1FB-470A-864D-CB63037982E4}" srcOrd="4" destOrd="0" presId="urn:microsoft.com/office/officeart/2008/layout/LinedList"/>
    <dgm:cxn modelId="{5DD3169F-2467-4FFF-901D-375A6E1AE56C}" type="presParOf" srcId="{80BF135E-843B-432D-92A1-2F72152DE7C4}" destId="{A22AE07D-6A1D-48D4-A0ED-38DCC5867E60}" srcOrd="5" destOrd="0" presId="urn:microsoft.com/office/officeart/2008/layout/LinedList"/>
    <dgm:cxn modelId="{7585E436-5979-4FB5-8E54-07AD1A61E0E1}" type="presParOf" srcId="{A22AE07D-6A1D-48D4-A0ED-38DCC5867E60}" destId="{3E4AD892-EFDE-4D9E-BFD1-BC6B9C3AA6A3}" srcOrd="0" destOrd="0" presId="urn:microsoft.com/office/officeart/2008/layout/LinedList"/>
    <dgm:cxn modelId="{7420EEA3-DAF8-4B03-9EBE-1A662C1CB1D0}" type="presParOf" srcId="{A22AE07D-6A1D-48D4-A0ED-38DCC5867E60}" destId="{EDA110AE-B680-4FE4-A376-B8FC6FC98341}" srcOrd="1" destOrd="0" presId="urn:microsoft.com/office/officeart/2008/layout/LinedList"/>
    <dgm:cxn modelId="{5C2CBA88-485A-429D-ADC3-D2A9FA4D528E}" type="presParOf" srcId="{80BF135E-843B-432D-92A1-2F72152DE7C4}" destId="{20C32A5B-BCB0-4C57-914D-EC111E480802}" srcOrd="6" destOrd="0" presId="urn:microsoft.com/office/officeart/2008/layout/LinedList"/>
    <dgm:cxn modelId="{097EC06C-3AD3-4182-8412-D1AE31FB51FC}" type="presParOf" srcId="{80BF135E-843B-432D-92A1-2F72152DE7C4}" destId="{99F5722A-9B35-461E-B8F6-EA16CEB8BC24}" srcOrd="7" destOrd="0" presId="urn:microsoft.com/office/officeart/2008/layout/LinedList"/>
    <dgm:cxn modelId="{091AEEA0-03FB-4583-9BD0-161175F0E1E5}" type="presParOf" srcId="{99F5722A-9B35-461E-B8F6-EA16CEB8BC24}" destId="{5B077601-7BFD-44B8-BFD6-8279D691F8A5}" srcOrd="0" destOrd="0" presId="urn:microsoft.com/office/officeart/2008/layout/LinedList"/>
    <dgm:cxn modelId="{DFC69431-C7CD-470F-827C-E2E96FA7D85B}" type="presParOf" srcId="{99F5722A-9B35-461E-B8F6-EA16CEB8BC24}" destId="{662BDBD1-4404-4E56-89BE-227CDCE32226}"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D6BB14-8E10-4CB0-B9F4-0FAC9C2659A2}">
      <dsp:nvSpPr>
        <dsp:cNvPr id="0" name=""/>
        <dsp:cNvSpPr/>
      </dsp:nvSpPr>
      <dsp:spPr>
        <a:xfrm>
          <a:off x="582645" y="1178"/>
          <a:ext cx="2174490" cy="1304694"/>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About the Game and Us</a:t>
          </a:r>
        </a:p>
      </dsp:txBody>
      <dsp:txXfrm>
        <a:off x="582645" y="1178"/>
        <a:ext cx="2174490" cy="1304694"/>
      </dsp:txXfrm>
    </dsp:sp>
    <dsp:sp modelId="{9942BF9F-C76F-4284-BFE5-B6EA65669D03}">
      <dsp:nvSpPr>
        <dsp:cNvPr id="0" name=""/>
        <dsp:cNvSpPr/>
      </dsp:nvSpPr>
      <dsp:spPr>
        <a:xfrm>
          <a:off x="2974584" y="1178"/>
          <a:ext cx="2174490" cy="130469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How to Play</a:t>
          </a:r>
        </a:p>
      </dsp:txBody>
      <dsp:txXfrm>
        <a:off x="2974584" y="1178"/>
        <a:ext cx="2174490" cy="1304694"/>
      </dsp:txXfrm>
    </dsp:sp>
    <dsp:sp modelId="{6A7AA899-3980-4C08-BEB3-FB1B3552448E}">
      <dsp:nvSpPr>
        <dsp:cNvPr id="0" name=""/>
        <dsp:cNvSpPr/>
      </dsp:nvSpPr>
      <dsp:spPr>
        <a:xfrm>
          <a:off x="5366524" y="1178"/>
          <a:ext cx="2174490" cy="1304694"/>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How to Win</a:t>
          </a:r>
        </a:p>
      </dsp:txBody>
      <dsp:txXfrm>
        <a:off x="5366524" y="1178"/>
        <a:ext cx="2174490" cy="1304694"/>
      </dsp:txXfrm>
    </dsp:sp>
    <dsp:sp modelId="{668ED6D1-F14C-42BF-81E6-C4173C795CFB}">
      <dsp:nvSpPr>
        <dsp:cNvPr id="0" name=""/>
        <dsp:cNvSpPr/>
      </dsp:nvSpPr>
      <dsp:spPr>
        <a:xfrm>
          <a:off x="7758464" y="1178"/>
          <a:ext cx="2174490" cy="1304694"/>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CA" sz="1700" kern="1200"/>
            <a:t>Background and Related Works</a:t>
          </a:r>
          <a:endParaRPr lang="en-US" sz="1700" kern="1200"/>
        </a:p>
      </dsp:txBody>
      <dsp:txXfrm>
        <a:off x="7758464" y="1178"/>
        <a:ext cx="2174490" cy="1304694"/>
      </dsp:txXfrm>
    </dsp:sp>
    <dsp:sp modelId="{CEA43C28-26C9-4E04-96D3-505E05FAA970}">
      <dsp:nvSpPr>
        <dsp:cNvPr id="0" name=""/>
        <dsp:cNvSpPr/>
      </dsp:nvSpPr>
      <dsp:spPr>
        <a:xfrm>
          <a:off x="582645" y="1523321"/>
          <a:ext cx="2174490" cy="1304694"/>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Motivation - why we chose this</a:t>
          </a:r>
        </a:p>
      </dsp:txBody>
      <dsp:txXfrm>
        <a:off x="582645" y="1523321"/>
        <a:ext cx="2174490" cy="1304694"/>
      </dsp:txXfrm>
    </dsp:sp>
    <dsp:sp modelId="{AC01C19A-99BE-4A09-820B-415852F30A93}">
      <dsp:nvSpPr>
        <dsp:cNvPr id="0" name=""/>
        <dsp:cNvSpPr/>
      </dsp:nvSpPr>
      <dsp:spPr>
        <a:xfrm>
          <a:off x="2974584" y="1523321"/>
          <a:ext cx="2174490" cy="1304694"/>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Problem Statement</a:t>
          </a:r>
        </a:p>
      </dsp:txBody>
      <dsp:txXfrm>
        <a:off x="2974584" y="1523321"/>
        <a:ext cx="2174490" cy="1304694"/>
      </dsp:txXfrm>
    </dsp:sp>
    <dsp:sp modelId="{6DB22035-756E-4ADC-8B12-59509F7435A2}">
      <dsp:nvSpPr>
        <dsp:cNvPr id="0" name=""/>
        <dsp:cNvSpPr/>
      </dsp:nvSpPr>
      <dsp:spPr>
        <a:xfrm>
          <a:off x="5366524" y="1523321"/>
          <a:ext cx="2174490" cy="130469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CA" sz="1700" kern="1200"/>
            <a:t>Solution Strategy and Implementation</a:t>
          </a:r>
          <a:endParaRPr lang="en-US" sz="1700" kern="1200"/>
        </a:p>
      </dsp:txBody>
      <dsp:txXfrm>
        <a:off x="5366524" y="1523321"/>
        <a:ext cx="2174490" cy="1304694"/>
      </dsp:txXfrm>
    </dsp:sp>
    <dsp:sp modelId="{4B179224-F3D6-44E6-85B7-B4D7008968FF}">
      <dsp:nvSpPr>
        <dsp:cNvPr id="0" name=""/>
        <dsp:cNvSpPr/>
      </dsp:nvSpPr>
      <dsp:spPr>
        <a:xfrm>
          <a:off x="7758464" y="1523321"/>
          <a:ext cx="2174490" cy="1304694"/>
        </a:xfrm>
        <a:prstGeom prst="rect">
          <a:avLst/>
        </a:prstGeom>
        <a:solidFill>
          <a:schemeClr val="accent4">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Experimental Framework</a:t>
          </a:r>
        </a:p>
      </dsp:txBody>
      <dsp:txXfrm>
        <a:off x="7758464" y="1523321"/>
        <a:ext cx="2174490" cy="1304694"/>
      </dsp:txXfrm>
    </dsp:sp>
    <dsp:sp modelId="{A1942BF4-75D8-41C8-8254-E7331E2738E1}">
      <dsp:nvSpPr>
        <dsp:cNvPr id="0" name=""/>
        <dsp:cNvSpPr/>
      </dsp:nvSpPr>
      <dsp:spPr>
        <a:xfrm>
          <a:off x="582645" y="3045465"/>
          <a:ext cx="2174490" cy="1304694"/>
        </a:xfrm>
        <a:prstGeom prst="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Timeline of Activities</a:t>
          </a:r>
        </a:p>
      </dsp:txBody>
      <dsp:txXfrm>
        <a:off x="582645" y="3045465"/>
        <a:ext cx="2174490" cy="1304694"/>
      </dsp:txXfrm>
    </dsp:sp>
    <dsp:sp modelId="{3608C330-D104-474E-A8F3-9086E6428A40}">
      <dsp:nvSpPr>
        <dsp:cNvPr id="0" name=""/>
        <dsp:cNvSpPr/>
      </dsp:nvSpPr>
      <dsp:spPr>
        <a:xfrm>
          <a:off x="2974584" y="3045465"/>
          <a:ext cx="2174490" cy="1304694"/>
        </a:xfrm>
        <a:prstGeom prst="rect">
          <a:avLst/>
        </a:prstGeom>
        <a:solidFill>
          <a:schemeClr val="accent6">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CA" sz="1700" kern="1200"/>
            <a:t>Conclusion/summary</a:t>
          </a:r>
          <a:endParaRPr lang="en-US" sz="1700" kern="1200"/>
        </a:p>
      </dsp:txBody>
      <dsp:txXfrm>
        <a:off x="2974584" y="3045465"/>
        <a:ext cx="2174490" cy="1304694"/>
      </dsp:txXfrm>
    </dsp:sp>
    <dsp:sp modelId="{513A9C21-7E85-407E-9D53-2DBA4669E4B0}">
      <dsp:nvSpPr>
        <dsp:cNvPr id="0" name=""/>
        <dsp:cNvSpPr/>
      </dsp:nvSpPr>
      <dsp:spPr>
        <a:xfrm>
          <a:off x="5366524" y="3045465"/>
          <a:ext cx="2174490" cy="1304694"/>
        </a:xfrm>
        <a:prstGeom prst="rect">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CA" sz="1700" kern="1200"/>
            <a:t>Future Work</a:t>
          </a:r>
          <a:endParaRPr lang="en-US" sz="1700" kern="1200"/>
        </a:p>
      </dsp:txBody>
      <dsp:txXfrm>
        <a:off x="5366524" y="3045465"/>
        <a:ext cx="2174490" cy="1304694"/>
      </dsp:txXfrm>
    </dsp:sp>
    <dsp:sp modelId="{7F2816B3-28AD-4A37-891F-66A254B6841B}">
      <dsp:nvSpPr>
        <dsp:cNvPr id="0" name=""/>
        <dsp:cNvSpPr/>
      </dsp:nvSpPr>
      <dsp:spPr>
        <a:xfrm>
          <a:off x="7758464" y="3045465"/>
          <a:ext cx="2174490" cy="1304694"/>
        </a:xfrm>
        <a:prstGeom prst="rect">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Our code and programming logic</a:t>
          </a:r>
        </a:p>
      </dsp:txBody>
      <dsp:txXfrm>
        <a:off x="7758464" y="3045465"/>
        <a:ext cx="2174490" cy="13046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D8B4964-9462-452E-BE4D-4D6C79E5AA92}">
      <dsp:nvSpPr>
        <dsp:cNvPr id="0" name=""/>
        <dsp:cNvSpPr/>
      </dsp:nvSpPr>
      <dsp:spPr>
        <a:xfrm>
          <a:off x="1212569" y="987197"/>
          <a:ext cx="1300252" cy="13002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355C26-18AB-4978-A4A5-5A37BBBB6F23}">
      <dsp:nvSpPr>
        <dsp:cNvPr id="0" name=""/>
        <dsp:cNvSpPr/>
      </dsp:nvSpPr>
      <dsp:spPr>
        <a:xfrm>
          <a:off x="417971"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pPr>
          <a:r>
            <a:rPr lang="en-US" sz="1900" kern="1200"/>
            <a:t>Player with highest amount of points wins</a:t>
          </a:r>
        </a:p>
      </dsp:txBody>
      <dsp:txXfrm>
        <a:off x="417971" y="2644140"/>
        <a:ext cx="2889450" cy="720000"/>
      </dsp:txXfrm>
    </dsp:sp>
    <dsp:sp modelId="{7EE171CA-7829-4F2C-9C62-E909D48BF4B2}">
      <dsp:nvSpPr>
        <dsp:cNvPr id="0" name=""/>
        <dsp:cNvSpPr/>
      </dsp:nvSpPr>
      <dsp:spPr>
        <a:xfrm>
          <a:off x="4607673" y="987197"/>
          <a:ext cx="1300252" cy="13002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BC31F59-CA6C-496D-ABC8-0F002E1619F6}">
      <dsp:nvSpPr>
        <dsp:cNvPr id="0" name=""/>
        <dsp:cNvSpPr/>
      </dsp:nvSpPr>
      <dsp:spPr>
        <a:xfrm>
          <a:off x="3813074"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pPr>
          <a:r>
            <a:rPr lang="en-US" sz="1900" kern="1200"/>
            <a:t>Gain points through action cards</a:t>
          </a:r>
        </a:p>
      </dsp:txBody>
      <dsp:txXfrm>
        <a:off x="3813074" y="2644140"/>
        <a:ext cx="2889450" cy="720000"/>
      </dsp:txXfrm>
    </dsp:sp>
    <dsp:sp modelId="{B70F80C9-B0C9-4BC3-8396-B07A9176E9D8}">
      <dsp:nvSpPr>
        <dsp:cNvPr id="0" name=""/>
        <dsp:cNvSpPr/>
      </dsp:nvSpPr>
      <dsp:spPr>
        <a:xfrm>
          <a:off x="8002777" y="987197"/>
          <a:ext cx="1300252" cy="13002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0F578F4-F525-488A-BC89-FB54948EE170}">
      <dsp:nvSpPr>
        <dsp:cNvPr id="0" name=""/>
        <dsp:cNvSpPr/>
      </dsp:nvSpPr>
      <dsp:spPr>
        <a:xfrm>
          <a:off x="7208178" y="2644140"/>
          <a:ext cx="28894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44550">
            <a:lnSpc>
              <a:spcPct val="90000"/>
            </a:lnSpc>
            <a:spcBef>
              <a:spcPct val="0"/>
            </a:spcBef>
            <a:spcAft>
              <a:spcPct val="35000"/>
            </a:spcAft>
            <a:buNone/>
          </a:pPr>
          <a:r>
            <a:rPr lang="en-US" sz="1900" kern="1200"/>
            <a:t>Gain points by reaching the end of the game the fastest</a:t>
          </a:r>
        </a:p>
      </dsp:txBody>
      <dsp:txXfrm>
        <a:off x="7208178" y="2644140"/>
        <a:ext cx="288945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6D91C91-EC51-429B-A8B0-97DB107D8B34}">
      <dsp:nvSpPr>
        <dsp:cNvPr id="0" name=""/>
        <dsp:cNvSpPr/>
      </dsp:nvSpPr>
      <dsp:spPr>
        <a:xfrm>
          <a:off x="3080" y="1361187"/>
          <a:ext cx="2199649" cy="1396777"/>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7CA82DA5-9C13-433B-8612-E7A8DC457B4E}">
      <dsp:nvSpPr>
        <dsp:cNvPr id="0" name=""/>
        <dsp:cNvSpPr/>
      </dsp:nvSpPr>
      <dsp:spPr>
        <a:xfrm>
          <a:off x="247486" y="1593372"/>
          <a:ext cx="2199649" cy="1396777"/>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Board games are fun</a:t>
          </a:r>
        </a:p>
      </dsp:txBody>
      <dsp:txXfrm>
        <a:off x="288396" y="1634282"/>
        <a:ext cx="2117829" cy="1314957"/>
      </dsp:txXfrm>
    </dsp:sp>
    <dsp:sp modelId="{7FC9998B-CB44-429F-BA37-456BC458107D}">
      <dsp:nvSpPr>
        <dsp:cNvPr id="0" name=""/>
        <dsp:cNvSpPr/>
      </dsp:nvSpPr>
      <dsp:spPr>
        <a:xfrm>
          <a:off x="2691541" y="1361187"/>
          <a:ext cx="2199649" cy="1396777"/>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97BBAFFD-BBBF-40A8-B234-5C49968E37BC}">
      <dsp:nvSpPr>
        <dsp:cNvPr id="0" name=""/>
        <dsp:cNvSpPr/>
      </dsp:nvSpPr>
      <dsp:spPr>
        <a:xfrm>
          <a:off x="2935947" y="1593372"/>
          <a:ext cx="2199649" cy="1396777"/>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Good for our programming level</a:t>
          </a:r>
        </a:p>
      </dsp:txBody>
      <dsp:txXfrm>
        <a:off x="2976857" y="1634282"/>
        <a:ext cx="2117829" cy="1314957"/>
      </dsp:txXfrm>
    </dsp:sp>
    <dsp:sp modelId="{579795D2-FED4-4DF5-A046-BC323FDDBE00}">
      <dsp:nvSpPr>
        <dsp:cNvPr id="0" name=""/>
        <dsp:cNvSpPr/>
      </dsp:nvSpPr>
      <dsp:spPr>
        <a:xfrm>
          <a:off x="5380002" y="1361187"/>
          <a:ext cx="2199649" cy="1396777"/>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3A99A1C1-9791-431C-96D5-2FA8EB0FE210}">
      <dsp:nvSpPr>
        <dsp:cNvPr id="0" name=""/>
        <dsp:cNvSpPr/>
      </dsp:nvSpPr>
      <dsp:spPr>
        <a:xfrm>
          <a:off x="5624408" y="1593372"/>
          <a:ext cx="2199649" cy="1396777"/>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Fun to make</a:t>
          </a:r>
        </a:p>
      </dsp:txBody>
      <dsp:txXfrm>
        <a:off x="5665318" y="1634282"/>
        <a:ext cx="2117829" cy="1314957"/>
      </dsp:txXfrm>
    </dsp:sp>
    <dsp:sp modelId="{F9E610DF-F2C5-40E6-94B9-D46F6AA2E5CB}">
      <dsp:nvSpPr>
        <dsp:cNvPr id="0" name=""/>
        <dsp:cNvSpPr/>
      </dsp:nvSpPr>
      <dsp:spPr>
        <a:xfrm>
          <a:off x="8068463" y="1361187"/>
          <a:ext cx="2199649" cy="1396777"/>
        </a:xfrm>
        <a:prstGeom prst="roundRect">
          <a:avLst>
            <a:gd name="adj" fmla="val 10000"/>
          </a:avLst>
        </a:prstGeom>
        <a:solidFill>
          <a:schemeClr val="dk2">
            <a:hueOff val="0"/>
            <a:satOff val="0"/>
            <a:lumOff val="0"/>
            <a:alphaOff val="0"/>
          </a:schemeClr>
        </a:solidFill>
        <a:ln w="25400" cap="flat" cmpd="sng" algn="ctr">
          <a:solidFill>
            <a:schemeClr val="lt2">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sp>
    <dsp:sp modelId="{9D5CF77A-E2D6-442B-BF89-3E204BAACCF7}">
      <dsp:nvSpPr>
        <dsp:cNvPr id="0" name=""/>
        <dsp:cNvSpPr/>
      </dsp:nvSpPr>
      <dsp:spPr>
        <a:xfrm>
          <a:off x="8312869" y="1593372"/>
          <a:ext cx="2199649" cy="1396777"/>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a:t>For people who want to play games online with in person people</a:t>
          </a:r>
        </a:p>
      </dsp:txBody>
      <dsp:txXfrm>
        <a:off x="8353779" y="1634282"/>
        <a:ext cx="2117829" cy="131495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FDEEA9-A471-45BC-81D2-173805DFC0E2}">
      <dsp:nvSpPr>
        <dsp:cNvPr id="0" name=""/>
        <dsp:cNvSpPr/>
      </dsp:nvSpPr>
      <dsp:spPr>
        <a:xfrm>
          <a:off x="0" y="0"/>
          <a:ext cx="6291714"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52C032-4556-455B-AEA6-E463CC612F1E}">
      <dsp:nvSpPr>
        <dsp:cNvPr id="0" name=""/>
        <dsp:cNvSpPr/>
      </dsp:nvSpPr>
      <dsp:spPr>
        <a:xfrm>
          <a:off x="0" y="0"/>
          <a:ext cx="6291714" cy="1382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Player Movement Animation</a:t>
          </a:r>
        </a:p>
      </dsp:txBody>
      <dsp:txXfrm>
        <a:off x="0" y="0"/>
        <a:ext cx="6291714" cy="1382683"/>
      </dsp:txXfrm>
    </dsp:sp>
    <dsp:sp modelId="{FCF3BDA1-3E79-445E-ADD8-6005643C61A0}">
      <dsp:nvSpPr>
        <dsp:cNvPr id="0" name=""/>
        <dsp:cNvSpPr/>
      </dsp:nvSpPr>
      <dsp:spPr>
        <a:xfrm>
          <a:off x="0" y="1382683"/>
          <a:ext cx="6291714" cy="0"/>
        </a:xfrm>
        <a:prstGeom prst="line">
          <a:avLst/>
        </a:prstGeom>
        <a:solidFill>
          <a:schemeClr val="accent2">
            <a:hueOff val="2147871"/>
            <a:satOff val="-6164"/>
            <a:lumOff val="-9870"/>
            <a:alphaOff val="0"/>
          </a:schemeClr>
        </a:solidFill>
        <a:ln w="19050" cap="flat" cmpd="sng" algn="ctr">
          <a:solidFill>
            <a:schemeClr val="accent2">
              <a:hueOff val="2147871"/>
              <a:satOff val="-6164"/>
              <a:lumOff val="-987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D032EB-0906-40CA-A974-B59A5851BA3C}">
      <dsp:nvSpPr>
        <dsp:cNvPr id="0" name=""/>
        <dsp:cNvSpPr/>
      </dsp:nvSpPr>
      <dsp:spPr>
        <a:xfrm>
          <a:off x="0" y="1382683"/>
          <a:ext cx="6291714" cy="1382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Action Cards</a:t>
          </a:r>
        </a:p>
      </dsp:txBody>
      <dsp:txXfrm>
        <a:off x="0" y="1382683"/>
        <a:ext cx="6291714" cy="1382683"/>
      </dsp:txXfrm>
    </dsp:sp>
    <dsp:sp modelId="{921B19D6-A1FB-470A-864D-CB63037982E4}">
      <dsp:nvSpPr>
        <dsp:cNvPr id="0" name=""/>
        <dsp:cNvSpPr/>
      </dsp:nvSpPr>
      <dsp:spPr>
        <a:xfrm>
          <a:off x="0" y="2765367"/>
          <a:ext cx="6291714" cy="0"/>
        </a:xfrm>
        <a:prstGeom prst="line">
          <a:avLst/>
        </a:prstGeom>
        <a:solidFill>
          <a:schemeClr val="accent2">
            <a:hueOff val="4295743"/>
            <a:satOff val="-12329"/>
            <a:lumOff val="-19739"/>
            <a:alphaOff val="0"/>
          </a:schemeClr>
        </a:solidFill>
        <a:ln w="19050" cap="flat" cmpd="sng" algn="ctr">
          <a:solidFill>
            <a:schemeClr val="accent2">
              <a:hueOff val="4295743"/>
              <a:satOff val="-12329"/>
              <a:lumOff val="-1973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E4AD892-EFDE-4D9E-BFD1-BC6B9C3AA6A3}">
      <dsp:nvSpPr>
        <dsp:cNvPr id="0" name=""/>
        <dsp:cNvSpPr/>
      </dsp:nvSpPr>
      <dsp:spPr>
        <a:xfrm>
          <a:off x="0" y="2765367"/>
          <a:ext cx="6291714" cy="1382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Currency &amp; Score Tracking System</a:t>
          </a:r>
        </a:p>
      </dsp:txBody>
      <dsp:txXfrm>
        <a:off x="0" y="2765367"/>
        <a:ext cx="6291714" cy="1382683"/>
      </dsp:txXfrm>
    </dsp:sp>
    <dsp:sp modelId="{20C32A5B-BCB0-4C57-914D-EC111E480802}">
      <dsp:nvSpPr>
        <dsp:cNvPr id="0" name=""/>
        <dsp:cNvSpPr/>
      </dsp:nvSpPr>
      <dsp:spPr>
        <a:xfrm>
          <a:off x="0" y="4148051"/>
          <a:ext cx="6291714"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B077601-7BFD-44B8-BFD6-8279D691F8A5}">
      <dsp:nvSpPr>
        <dsp:cNvPr id="0" name=""/>
        <dsp:cNvSpPr/>
      </dsp:nvSpPr>
      <dsp:spPr>
        <a:xfrm>
          <a:off x="0" y="4148051"/>
          <a:ext cx="6291714" cy="138268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kern="1200"/>
            <a:t>Game Conclusion &amp; Winner Determination</a:t>
          </a:r>
        </a:p>
      </dsp:txBody>
      <dsp:txXfrm>
        <a:off x="0" y="4148051"/>
        <a:ext cx="6291714" cy="1382683"/>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7D08F3-7844-40D6-B74A-35B8C92741C4}" type="datetimeFigureOut">
              <a:rPr lang="en-CA" smtClean="0"/>
              <a:t>2025-04-01</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A417170-11C4-499F-B5D2-5F785634E5EB}" type="slidenum">
              <a:rPr lang="en-CA" smtClean="0"/>
              <a:t>‹#›</a:t>
            </a:fld>
            <a:endParaRPr lang="en-CA"/>
          </a:p>
        </p:txBody>
      </p:sp>
    </p:spTree>
    <p:extLst>
      <p:ext uri="{BB962C8B-B14F-4D97-AF65-F5344CB8AC3E}">
        <p14:creationId xmlns:p14="http://schemas.microsoft.com/office/powerpoint/2010/main" val="3965170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Add visual</a:t>
            </a:r>
            <a:endParaRPr lang="en-CA"/>
          </a:p>
        </p:txBody>
      </p:sp>
      <p:sp>
        <p:nvSpPr>
          <p:cNvPr id="4" name="Slide Number Placeholder 3"/>
          <p:cNvSpPr>
            <a:spLocks noGrp="1"/>
          </p:cNvSpPr>
          <p:nvPr>
            <p:ph type="sldNum" sz="quarter" idx="5"/>
          </p:nvPr>
        </p:nvSpPr>
        <p:spPr/>
        <p:txBody>
          <a:bodyPr/>
          <a:lstStyle/>
          <a:p>
            <a:fld id="{1A417170-11C4-499F-B5D2-5F785634E5EB}" type="slidenum">
              <a:rPr lang="en-CA" smtClean="0"/>
              <a:t>1</a:t>
            </a:fld>
            <a:endParaRPr lang="en-CA"/>
          </a:p>
        </p:txBody>
      </p:sp>
    </p:spTree>
    <p:extLst>
      <p:ext uri="{BB962C8B-B14F-4D97-AF65-F5344CB8AC3E}">
        <p14:creationId xmlns:p14="http://schemas.microsoft.com/office/powerpoint/2010/main" val="23490053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1A417170-11C4-499F-B5D2-5F785634E5EB}" type="slidenum">
              <a:rPr lang="en-CA" smtClean="0"/>
              <a:t>2</a:t>
            </a:fld>
            <a:endParaRPr lang="en-CA"/>
          </a:p>
        </p:txBody>
      </p:sp>
    </p:spTree>
    <p:extLst>
      <p:ext uri="{BB962C8B-B14F-4D97-AF65-F5344CB8AC3E}">
        <p14:creationId xmlns:p14="http://schemas.microsoft.com/office/powerpoint/2010/main" val="379815758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have made a board game which can have 2-4 players. It can be played online one a single device for all players.</a:t>
            </a:r>
            <a:endParaRPr lang="en-CA"/>
          </a:p>
        </p:txBody>
      </p:sp>
      <p:sp>
        <p:nvSpPr>
          <p:cNvPr id="4" name="Slide Number Placeholder 3"/>
          <p:cNvSpPr>
            <a:spLocks noGrp="1"/>
          </p:cNvSpPr>
          <p:nvPr>
            <p:ph type="sldNum" sz="quarter" idx="5"/>
          </p:nvPr>
        </p:nvSpPr>
        <p:spPr/>
        <p:txBody>
          <a:bodyPr/>
          <a:lstStyle/>
          <a:p>
            <a:fld id="{1A417170-11C4-499F-B5D2-5F785634E5EB}" type="slidenum">
              <a:rPr lang="en-CA" smtClean="0"/>
              <a:t>3</a:t>
            </a:fld>
            <a:endParaRPr lang="en-CA"/>
          </a:p>
        </p:txBody>
      </p:sp>
    </p:spTree>
    <p:extLst>
      <p:ext uri="{BB962C8B-B14F-4D97-AF65-F5344CB8AC3E}">
        <p14:creationId xmlns:p14="http://schemas.microsoft.com/office/powerpoint/2010/main" val="24382130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5"/>
          </p:nvPr>
        </p:nvSpPr>
        <p:spPr/>
        <p:txBody>
          <a:bodyPr/>
          <a:lstStyle/>
          <a:p>
            <a:fld id="{1A417170-11C4-499F-B5D2-5F785634E5EB}" type="slidenum">
              <a:rPr lang="en-CA" smtClean="0"/>
              <a:t>4</a:t>
            </a:fld>
            <a:endParaRPr lang="en-CA"/>
          </a:p>
        </p:txBody>
      </p:sp>
    </p:spTree>
    <p:extLst>
      <p:ext uri="{BB962C8B-B14F-4D97-AF65-F5344CB8AC3E}">
        <p14:creationId xmlns:p14="http://schemas.microsoft.com/office/powerpoint/2010/main" val="17892915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win the game if you have the highest amount of points by the end. Throughout the game, there are point based cards that you can earn or lose points from. Additionally, players gain points according to which order they finish in.</a:t>
            </a:r>
            <a:endParaRPr lang="en-CA"/>
          </a:p>
        </p:txBody>
      </p:sp>
      <p:sp>
        <p:nvSpPr>
          <p:cNvPr id="4" name="Slide Number Placeholder 3"/>
          <p:cNvSpPr>
            <a:spLocks noGrp="1"/>
          </p:cNvSpPr>
          <p:nvPr>
            <p:ph type="sldNum" sz="quarter" idx="5"/>
          </p:nvPr>
        </p:nvSpPr>
        <p:spPr/>
        <p:txBody>
          <a:bodyPr/>
          <a:lstStyle/>
          <a:p>
            <a:fld id="{1A417170-11C4-499F-B5D2-5F785634E5EB}" type="slidenum">
              <a:rPr lang="en-CA" smtClean="0"/>
              <a:t>5</a:t>
            </a:fld>
            <a:endParaRPr lang="en-CA"/>
          </a:p>
        </p:txBody>
      </p:sp>
    </p:spTree>
    <p:extLst>
      <p:ext uri="{BB962C8B-B14F-4D97-AF65-F5344CB8AC3E}">
        <p14:creationId xmlns:p14="http://schemas.microsoft.com/office/powerpoint/2010/main" val="616757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CA" sz="1800">
                <a:effectLst/>
                <a:latin typeface="Times New Roman" panose="02020603050405020304" pitchFamily="18" charset="0"/>
                <a:ea typeface="Times New Roman" panose="02020603050405020304" pitchFamily="18" charset="0"/>
              </a:rPr>
              <a:t>The Game of Life serves as a strong inspiration for this project due to its structured board game mechanics, player progression system, and emphasis on chance-based movement combined with strategic decision-making. Like </a:t>
            </a:r>
            <a:r>
              <a:rPr lang="en-CA" sz="1800" i="1">
                <a:effectLst/>
                <a:latin typeface="Times New Roman" panose="02020603050405020304" pitchFamily="18" charset="0"/>
                <a:ea typeface="Times New Roman" panose="02020603050405020304" pitchFamily="18" charset="0"/>
              </a:rPr>
              <a:t>The Game of Life</a:t>
            </a:r>
            <a:r>
              <a:rPr lang="en-CA" sz="1800">
                <a:effectLst/>
                <a:latin typeface="Times New Roman" panose="02020603050405020304" pitchFamily="18" charset="0"/>
                <a:ea typeface="Times New Roman" panose="02020603050405020304" pitchFamily="18" charset="0"/>
              </a:rPr>
              <a:t>, our game involves players taking turns, spinning a wheel to determine movement, and encountering spaces that impact their journey.</a:t>
            </a:r>
          </a:p>
          <a:p>
            <a:pPr>
              <a:buNone/>
            </a:pPr>
            <a:r>
              <a:rPr lang="en-CA" sz="1800">
                <a:effectLst/>
                <a:latin typeface="Times New Roman" panose="02020603050405020304" pitchFamily="18" charset="0"/>
                <a:ea typeface="Times New Roman" panose="02020603050405020304" pitchFamily="18" charset="0"/>
              </a:rPr>
              <a:t>One key similarity is the presence of </a:t>
            </a:r>
            <a:r>
              <a:rPr lang="en-CA" sz="1800" b="1">
                <a:effectLst/>
                <a:latin typeface="Times New Roman" panose="02020603050405020304" pitchFamily="18" charset="0"/>
                <a:ea typeface="Times New Roman" panose="02020603050405020304" pitchFamily="18" charset="0"/>
              </a:rPr>
              <a:t>event-based spaces</a:t>
            </a:r>
            <a:r>
              <a:rPr lang="en-CA" sz="1800">
                <a:effectLst/>
                <a:latin typeface="Times New Roman" panose="02020603050405020304" pitchFamily="18" charset="0"/>
                <a:ea typeface="Times New Roman" panose="02020603050405020304" pitchFamily="18" charset="0"/>
              </a:rPr>
              <a:t>. In </a:t>
            </a:r>
            <a:r>
              <a:rPr lang="en-CA" sz="1800" i="1">
                <a:effectLst/>
                <a:latin typeface="Times New Roman" panose="02020603050405020304" pitchFamily="18" charset="0"/>
                <a:ea typeface="Times New Roman" panose="02020603050405020304" pitchFamily="18" charset="0"/>
              </a:rPr>
              <a:t>The Game of Life</a:t>
            </a:r>
            <a:r>
              <a:rPr lang="en-CA" sz="1800">
                <a:effectLst/>
                <a:latin typeface="Times New Roman" panose="02020603050405020304" pitchFamily="18" charset="0"/>
                <a:ea typeface="Times New Roman" panose="02020603050405020304" pitchFamily="18" charset="0"/>
              </a:rPr>
              <a:t>, players land on spaces that trigger life events such as career changes, financial gains or losses, and other milestone moments. Similarly, our game features </a:t>
            </a:r>
            <a:r>
              <a:rPr lang="en-CA" sz="1800" b="1">
                <a:effectLst/>
                <a:latin typeface="Times New Roman" panose="02020603050405020304" pitchFamily="18" charset="0"/>
                <a:ea typeface="Times New Roman" panose="02020603050405020304" pitchFamily="18" charset="0"/>
              </a:rPr>
              <a:t>action card spaces</a:t>
            </a:r>
            <a:r>
              <a:rPr lang="en-CA" sz="1800">
                <a:effectLst/>
                <a:latin typeface="Times New Roman" panose="02020603050405020304" pitchFamily="18" charset="0"/>
                <a:ea typeface="Times New Roman" panose="02020603050405020304" pitchFamily="18" charset="0"/>
              </a:rPr>
              <a:t>, where players engage in creative actions for an element of surprise in each turn. These action spaces introduce unpredictability and variation, making each playthrough unique.</a:t>
            </a:r>
          </a:p>
          <a:p>
            <a:pPr>
              <a:buNone/>
            </a:pPr>
            <a:r>
              <a:rPr lang="en-CA" sz="1800">
                <a:effectLst/>
                <a:latin typeface="Times New Roman" panose="02020603050405020304" pitchFamily="18" charset="0"/>
                <a:ea typeface="Times New Roman" panose="02020603050405020304" pitchFamily="18" charset="0"/>
              </a:rPr>
              <a:t>Another important parallel is the </a:t>
            </a:r>
            <a:r>
              <a:rPr lang="en-CA" sz="1800" b="1">
                <a:effectLst/>
                <a:latin typeface="Times New Roman" panose="02020603050405020304" pitchFamily="18" charset="0"/>
                <a:ea typeface="Times New Roman" panose="02020603050405020304" pitchFamily="18" charset="0"/>
              </a:rPr>
              <a:t>currency or point-based progression system</a:t>
            </a:r>
            <a:r>
              <a:rPr lang="en-CA" sz="1800">
                <a:effectLst/>
                <a:latin typeface="Times New Roman" panose="02020603050405020304" pitchFamily="18" charset="0"/>
                <a:ea typeface="Times New Roman" panose="02020603050405020304" pitchFamily="18" charset="0"/>
              </a:rPr>
              <a:t>. In </a:t>
            </a:r>
            <a:r>
              <a:rPr lang="en-CA" sz="1800" i="1">
                <a:effectLst/>
                <a:latin typeface="Times New Roman" panose="02020603050405020304" pitchFamily="18" charset="0"/>
                <a:ea typeface="Times New Roman" panose="02020603050405020304" pitchFamily="18" charset="0"/>
              </a:rPr>
              <a:t>The Game of Life</a:t>
            </a:r>
            <a:r>
              <a:rPr lang="en-CA" sz="1800">
                <a:effectLst/>
                <a:latin typeface="Times New Roman" panose="02020603050405020304" pitchFamily="18" charset="0"/>
                <a:ea typeface="Times New Roman" panose="02020603050405020304" pitchFamily="18" charset="0"/>
              </a:rPr>
              <a:t>, financial success is a major factor in determining the winner. Likewise, in our game, players will earn points or in-game currency based on their action cards. Rather than simply racing to the finish, success depends on how well players perform throughout the game.</a:t>
            </a:r>
          </a:p>
          <a:p>
            <a:pPr>
              <a:buNone/>
            </a:pPr>
            <a:r>
              <a:rPr lang="en-CA" sz="1800">
                <a:effectLst/>
                <a:latin typeface="Times New Roman" panose="02020603050405020304" pitchFamily="18" charset="0"/>
                <a:ea typeface="Times New Roman" panose="02020603050405020304" pitchFamily="18" charset="0"/>
              </a:rPr>
              <a:t>Additionally, </a:t>
            </a:r>
            <a:r>
              <a:rPr lang="en-CA" sz="1800" i="1">
                <a:effectLst/>
                <a:latin typeface="Times New Roman" panose="02020603050405020304" pitchFamily="18" charset="0"/>
                <a:ea typeface="Times New Roman" panose="02020603050405020304" pitchFamily="18" charset="0"/>
              </a:rPr>
              <a:t>The Game of Life</a:t>
            </a:r>
            <a:r>
              <a:rPr lang="en-CA" sz="1800">
                <a:effectLst/>
                <a:latin typeface="Times New Roman" panose="02020603050405020304" pitchFamily="18" charset="0"/>
                <a:ea typeface="Times New Roman" panose="02020603050405020304" pitchFamily="18" charset="0"/>
              </a:rPr>
              <a:t> emphasizes </a:t>
            </a:r>
            <a:r>
              <a:rPr lang="en-CA" sz="1800" b="1">
                <a:effectLst/>
                <a:latin typeface="Times New Roman" panose="02020603050405020304" pitchFamily="18" charset="0"/>
                <a:ea typeface="Times New Roman" panose="02020603050405020304" pitchFamily="18" charset="0"/>
              </a:rPr>
              <a:t>a blend of luck and player choice</a:t>
            </a:r>
            <a:r>
              <a:rPr lang="en-CA" sz="1800">
                <a:effectLst/>
                <a:latin typeface="Times New Roman" panose="02020603050405020304" pitchFamily="18" charset="0"/>
                <a:ea typeface="Times New Roman" panose="02020603050405020304" pitchFamily="18" charset="0"/>
              </a:rPr>
              <a:t>. While movement is determined by chance (via the spinner), the outcomes of life events and financial decisions impact the final standings. Our game adopts a similar structure, where luck influences movement, but action cards determine overall success.</a:t>
            </a:r>
          </a:p>
          <a:p>
            <a:r>
              <a:rPr lang="en-CA" sz="1800">
                <a:effectLst/>
                <a:latin typeface="Times New Roman" panose="02020603050405020304" pitchFamily="18" charset="0"/>
                <a:ea typeface="Times New Roman" panose="02020603050405020304" pitchFamily="18" charset="0"/>
              </a:rPr>
              <a:t>By drawing inspiration from </a:t>
            </a:r>
            <a:r>
              <a:rPr lang="en-CA" sz="1800" i="1">
                <a:effectLst/>
                <a:latin typeface="Times New Roman" panose="02020603050405020304" pitchFamily="18" charset="0"/>
                <a:ea typeface="Times New Roman" panose="02020603050405020304" pitchFamily="18" charset="0"/>
              </a:rPr>
              <a:t>The Game of Life’s</a:t>
            </a:r>
            <a:r>
              <a:rPr lang="en-CA" sz="1800">
                <a:effectLst/>
                <a:latin typeface="Times New Roman" panose="02020603050405020304" pitchFamily="18" charset="0"/>
                <a:ea typeface="Times New Roman" panose="02020603050405020304" pitchFamily="18" charset="0"/>
              </a:rPr>
              <a:t> turn-based structure, chance-based movement, and event-driven spaces, our game aims to provide an engaging and interactive experience while introducing dynamic mini-games and animations to set it apart.</a:t>
            </a:r>
          </a:p>
          <a:p>
            <a:endParaRPr lang="en-CA"/>
          </a:p>
        </p:txBody>
      </p:sp>
      <p:sp>
        <p:nvSpPr>
          <p:cNvPr id="4" name="Slide Number Placeholder 3"/>
          <p:cNvSpPr>
            <a:spLocks noGrp="1"/>
          </p:cNvSpPr>
          <p:nvPr>
            <p:ph type="sldNum" sz="quarter" idx="5"/>
          </p:nvPr>
        </p:nvSpPr>
        <p:spPr/>
        <p:txBody>
          <a:bodyPr/>
          <a:lstStyle/>
          <a:p>
            <a:fld id="{1A417170-11C4-499F-B5D2-5F785634E5EB}" type="slidenum">
              <a:rPr lang="en-CA" smtClean="0"/>
              <a:t>6</a:t>
            </a:fld>
            <a:endParaRPr lang="en-CA"/>
          </a:p>
        </p:txBody>
      </p:sp>
    </p:spTree>
    <p:extLst>
      <p:ext uri="{BB962C8B-B14F-4D97-AF65-F5344CB8AC3E}">
        <p14:creationId xmlns:p14="http://schemas.microsoft.com/office/powerpoint/2010/main" val="2882004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pPr>
            <a:r>
              <a:rPr lang="en-US" sz="1800" kern="100">
                <a:effectLst/>
                <a:latin typeface="Times New Roman" panose="02020603050405020304" pitchFamily="18" charset="0"/>
                <a:ea typeface="Aptos" panose="020B0004020202020204" pitchFamily="34" charset="0"/>
                <a:cs typeface="Times New Roman" panose="02020603050405020304" pitchFamily="18" charset="0"/>
              </a:rPr>
              <a:t>This project was inspired by the game of life and other board games we enjoy playing. The motivation behind this game was to create a fun online game for people who feel bored with traditional board games. It evolved into becoming a game for people who want to play a board game without physical games with them. Our game aimed to provide a fun experience that is accessible to everyone. The game is at a good level for us in terms of the coding and is aesthetically pleasing along with being functional.</a:t>
            </a:r>
          </a:p>
          <a:p>
            <a:pPr>
              <a:lnSpc>
                <a:spcPct val="115000"/>
              </a:lnSpc>
              <a:spcAft>
                <a:spcPts val="800"/>
              </a:spcAft>
            </a:pP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1A417170-11C4-499F-B5D2-5F785634E5EB}" type="slidenum">
              <a:rPr lang="en-CA" smtClean="0"/>
              <a:t>7</a:t>
            </a:fld>
            <a:endParaRPr lang="en-CA"/>
          </a:p>
        </p:txBody>
      </p:sp>
    </p:spTree>
    <p:extLst>
      <p:ext uri="{BB962C8B-B14F-4D97-AF65-F5344CB8AC3E}">
        <p14:creationId xmlns:p14="http://schemas.microsoft.com/office/powerpoint/2010/main" val="41251901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800" kern="100">
                <a:effectLst/>
                <a:latin typeface="Times New Roman" panose="02020603050405020304" pitchFamily="18" charset="0"/>
                <a:ea typeface="Aptos" panose="020B0004020202020204" pitchFamily="34" charset="0"/>
                <a:cs typeface="Times New Roman" panose="02020603050405020304" pitchFamily="18" charset="0"/>
              </a:rPr>
              <a:t>Our goal was to design and develop a fun, engaging board game that targets individuals aged 7-19. We aim to deliver a game that is simple to understand yet filled with enjoyable surprises, challenges, and interactive elements to keep players entertained during their free time.</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endParaRPr lang="en-CA"/>
          </a:p>
        </p:txBody>
      </p:sp>
      <p:sp>
        <p:nvSpPr>
          <p:cNvPr id="4" name="Slide Number Placeholder 3"/>
          <p:cNvSpPr>
            <a:spLocks noGrp="1"/>
          </p:cNvSpPr>
          <p:nvPr>
            <p:ph type="sldNum" sz="quarter" idx="5"/>
          </p:nvPr>
        </p:nvSpPr>
        <p:spPr/>
        <p:txBody>
          <a:bodyPr/>
          <a:lstStyle/>
          <a:p>
            <a:fld id="{1A417170-11C4-499F-B5D2-5F785634E5EB}" type="slidenum">
              <a:rPr lang="en-CA" smtClean="0"/>
              <a:t>8</a:t>
            </a:fld>
            <a:endParaRPr lang="en-CA"/>
          </a:p>
        </p:txBody>
      </p:sp>
    </p:spTree>
    <p:extLst>
      <p:ext uri="{BB962C8B-B14F-4D97-AF65-F5344CB8AC3E}">
        <p14:creationId xmlns:p14="http://schemas.microsoft.com/office/powerpoint/2010/main" val="594846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en-US" sz="1800" kern="100">
                <a:effectLst/>
                <a:latin typeface="Times New Roman" panose="02020603050405020304" pitchFamily="18" charset="0"/>
                <a:ea typeface="Aptos" panose="020B0004020202020204" pitchFamily="34" charset="0"/>
                <a:cs typeface="Times New Roman" panose="02020603050405020304" pitchFamily="18" charset="0"/>
              </a:rPr>
              <a:t>For the game to feel complete and engaging, we implemented several key mechanics that work together to enhance the overall experience. Each part was designed to make the gameplay more interactive, rewarding, and enjoyable. The key sections of the implementation of our plan were:</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800" b="1" kern="100">
                <a:effectLst/>
                <a:latin typeface="Times New Roman" panose="02020603050405020304" pitchFamily="18" charset="0"/>
                <a:ea typeface="Aptos" panose="020B0004020202020204" pitchFamily="34" charset="0"/>
                <a:cs typeface="Times New Roman" panose="02020603050405020304" pitchFamily="18" charset="0"/>
              </a:rPr>
              <a:t>a. Player Movement Animation</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800" kern="100">
                <a:effectLst/>
                <a:latin typeface="Times New Roman" panose="02020603050405020304" pitchFamily="18" charset="0"/>
                <a:ea typeface="Aptos" panose="020B0004020202020204" pitchFamily="34" charset="0"/>
                <a:cs typeface="Times New Roman" panose="02020603050405020304" pitchFamily="18" charset="0"/>
              </a:rPr>
              <a:t>To enhance the gameplay experience, an animation system has been implemented to visually represent player movement across the board. When a player spins the wheel, their game piece moves step-by-step across the appropriate number of spaces, ensuring a smooth and immersive transition.</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800" b="1" kern="100">
                <a:effectLst/>
                <a:latin typeface="Times New Roman" panose="02020603050405020304" pitchFamily="18" charset="0"/>
                <a:ea typeface="Aptos" panose="020B0004020202020204" pitchFamily="34" charset="0"/>
                <a:cs typeface="Times New Roman" panose="02020603050405020304" pitchFamily="18" charset="0"/>
              </a:rPr>
              <a:t>b. Action Cards</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800" kern="100">
                <a:effectLst/>
                <a:latin typeface="Times New Roman" panose="02020603050405020304" pitchFamily="18" charset="0"/>
                <a:ea typeface="Aptos" panose="020B0004020202020204" pitchFamily="34" charset="0"/>
                <a:cs typeface="Times New Roman" panose="02020603050405020304" pitchFamily="18" charset="0"/>
              </a:rPr>
              <a:t>Certain spaces on the board will feature action cards with unique actions. When a player lands on one of these spaces, they must complete the associated action, often automated, before proceeding. These actions serve as a core gameplay mechanic, adding variety and strategy to the experience.</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800" b="1" kern="100">
                <a:effectLst/>
                <a:latin typeface="Times New Roman" panose="02020603050405020304" pitchFamily="18" charset="0"/>
                <a:ea typeface="Aptos" panose="020B0004020202020204" pitchFamily="34" charset="0"/>
                <a:cs typeface="Times New Roman" panose="02020603050405020304" pitchFamily="18" charset="0"/>
              </a:rPr>
              <a:t>c. Currency &amp; Score Tracking System</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800" kern="100">
                <a:effectLst/>
                <a:latin typeface="Times New Roman" panose="02020603050405020304" pitchFamily="18" charset="0"/>
                <a:ea typeface="Aptos" panose="020B0004020202020204" pitchFamily="34" charset="0"/>
                <a:cs typeface="Times New Roman" panose="02020603050405020304" pitchFamily="18" charset="0"/>
              </a:rPr>
              <a:t>A point or currency system will be implemented to reward players based on their mini-game performance. This system will allow players to accumulate points, which will play a key role in determining the game’s winner.</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US" sz="1800" b="1" kern="100">
                <a:effectLst/>
                <a:latin typeface="Times New Roman" panose="02020603050405020304" pitchFamily="18" charset="0"/>
                <a:ea typeface="Aptos" panose="020B0004020202020204" pitchFamily="34" charset="0"/>
                <a:cs typeface="Times New Roman" panose="02020603050405020304" pitchFamily="18" charset="0"/>
              </a:rPr>
              <a:t>d. Game Conclusion &amp; Winner Determination</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US" sz="1800" kern="100">
                <a:effectLst/>
                <a:latin typeface="Times New Roman" panose="02020603050405020304" pitchFamily="18" charset="0"/>
                <a:ea typeface="Aptos" panose="020B0004020202020204" pitchFamily="34" charset="0"/>
                <a:cs typeface="Times New Roman" panose="02020603050405020304" pitchFamily="18" charset="0"/>
              </a:rPr>
              <a:t>The game will conclude when all players reach the final tile on the board. At this stage, the player with the highest accumulated score or currency will be declared the winner. This scoring system ensures that success is based on both progress and performance throughout the game.</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endParaRPr lang="en-CA"/>
          </a:p>
        </p:txBody>
      </p:sp>
      <p:sp>
        <p:nvSpPr>
          <p:cNvPr id="4" name="Slide Number Placeholder 3"/>
          <p:cNvSpPr>
            <a:spLocks noGrp="1"/>
          </p:cNvSpPr>
          <p:nvPr>
            <p:ph type="sldNum" sz="quarter" idx="5"/>
          </p:nvPr>
        </p:nvSpPr>
        <p:spPr/>
        <p:txBody>
          <a:bodyPr/>
          <a:lstStyle/>
          <a:p>
            <a:fld id="{1A417170-11C4-499F-B5D2-5F785634E5EB}" type="slidenum">
              <a:rPr lang="en-CA" smtClean="0"/>
              <a:t>9</a:t>
            </a:fld>
            <a:endParaRPr lang="en-CA"/>
          </a:p>
        </p:txBody>
      </p:sp>
    </p:spTree>
    <p:extLst>
      <p:ext uri="{BB962C8B-B14F-4D97-AF65-F5344CB8AC3E}">
        <p14:creationId xmlns:p14="http://schemas.microsoft.com/office/powerpoint/2010/main" val="41776463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Aft>
                <a:spcPts val="800"/>
              </a:spcAft>
              <a:buNone/>
            </a:pPr>
            <a:r>
              <a:rPr lang="en-US" sz="1800" kern="100">
                <a:effectLst/>
                <a:latin typeface="Times New Roman" panose="02020603050405020304" pitchFamily="18" charset="0"/>
                <a:ea typeface="Aptos" panose="020B0004020202020204" pitchFamily="34" charset="0"/>
                <a:cs typeface="Times New Roman" panose="02020603050405020304" pitchFamily="18" charset="0"/>
              </a:rPr>
              <a:t>Our approach to this project evolved quite a bit from our original plan. Initially, we aimed to create a more complex game with embedded mini games within the action cards. We divided tasks early on, with Jolomi focusing on making the game visually appealing and working on the design components, while Ruhani worked on building the core game logic. However, as we progressed, we found this division didn't hold up. We ended up creating a list of all the essential features and elements we wanted in the game, and from there, we took turns tackling different tasks.</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50000"/>
              </a:lnSpc>
              <a:spcAft>
                <a:spcPts val="800"/>
              </a:spcAft>
            </a:pPr>
            <a:r>
              <a:rPr lang="en-US" sz="1800" kern="100">
                <a:effectLst/>
                <a:latin typeface="Times New Roman" panose="02020603050405020304" pitchFamily="18" charset="0"/>
                <a:ea typeface="Aptos" panose="020B0004020202020204" pitchFamily="34" charset="0"/>
                <a:cs typeface="Times New Roman" panose="02020603050405020304" pitchFamily="18" charset="0"/>
              </a:rPr>
              <a:t>One major obstacle was that our coding styles differed significantly, leading to clashes between our code when integrating different parts. This resulted in constant debugging every time a new component was added, slowing down our progress. Debugging became one of the most time-consuming parts of our work. Eventually, we had to simplify our original concept, removing mini-games and focusing on making the core board game functional and fun. We experimented with ideas like integrating a snake-style mini-game but decided against it after realizing it would require more lines of code than the main game itself. In the end, we kept action cards with different types — point cards, automated movement cards, and more — to keep gameplay interesting without overcomplicating development. Despite the setbacks, we managed to finish with a working, enjoyable game.</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endParaRPr lang="en-CA"/>
          </a:p>
        </p:txBody>
      </p:sp>
      <p:sp>
        <p:nvSpPr>
          <p:cNvPr id="4" name="Slide Number Placeholder 3"/>
          <p:cNvSpPr>
            <a:spLocks noGrp="1"/>
          </p:cNvSpPr>
          <p:nvPr>
            <p:ph type="sldNum" sz="quarter" idx="5"/>
          </p:nvPr>
        </p:nvSpPr>
        <p:spPr/>
        <p:txBody>
          <a:bodyPr/>
          <a:lstStyle/>
          <a:p>
            <a:fld id="{1A417170-11C4-499F-B5D2-5F785634E5EB}" type="slidenum">
              <a:rPr lang="en-CA" smtClean="0"/>
              <a:t>10</a:t>
            </a:fld>
            <a:endParaRPr lang="en-CA"/>
          </a:p>
        </p:txBody>
      </p:sp>
    </p:spTree>
    <p:extLst>
      <p:ext uri="{BB962C8B-B14F-4D97-AF65-F5344CB8AC3E}">
        <p14:creationId xmlns:p14="http://schemas.microsoft.com/office/powerpoint/2010/main" val="38268829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Ruhani</a:t>
            </a:r>
            <a:endParaRPr lang="en-CA"/>
          </a:p>
        </p:txBody>
      </p:sp>
      <p:sp>
        <p:nvSpPr>
          <p:cNvPr id="4" name="Slide Number Placeholder 3"/>
          <p:cNvSpPr>
            <a:spLocks noGrp="1"/>
          </p:cNvSpPr>
          <p:nvPr>
            <p:ph type="sldNum" sz="quarter" idx="5"/>
          </p:nvPr>
        </p:nvSpPr>
        <p:spPr/>
        <p:txBody>
          <a:bodyPr/>
          <a:lstStyle/>
          <a:p>
            <a:fld id="{1A417170-11C4-499F-B5D2-5F785634E5EB}" type="slidenum">
              <a:rPr lang="en-CA" smtClean="0"/>
              <a:t>11</a:t>
            </a:fld>
            <a:endParaRPr lang="en-CA"/>
          </a:p>
        </p:txBody>
      </p:sp>
    </p:spTree>
    <p:extLst>
      <p:ext uri="{BB962C8B-B14F-4D97-AF65-F5344CB8AC3E}">
        <p14:creationId xmlns:p14="http://schemas.microsoft.com/office/powerpoint/2010/main" val="31353709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15000"/>
              </a:lnSpc>
              <a:spcAft>
                <a:spcPts val="800"/>
              </a:spcAft>
              <a:buNone/>
            </a:pPr>
            <a:r>
              <a:rPr lang="en-CA" sz="1800" b="1" kern="100">
                <a:effectLst/>
                <a:latin typeface="Times New Roman" panose="02020603050405020304" pitchFamily="18" charset="0"/>
                <a:ea typeface="Aptos" panose="020B0004020202020204" pitchFamily="34" charset="0"/>
                <a:cs typeface="Times New Roman" panose="02020603050405020304" pitchFamily="18" charset="0"/>
              </a:rPr>
              <a:t>Results</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buNone/>
            </a:pPr>
            <a:r>
              <a:rPr lang="en-CA" sz="1800" kern="100">
                <a:effectLst/>
                <a:latin typeface="Times New Roman" panose="02020603050405020304" pitchFamily="18" charset="0"/>
                <a:ea typeface="Aptos" panose="020B0004020202020204" pitchFamily="34" charset="0"/>
                <a:cs typeface="Times New Roman" panose="02020603050405020304" pitchFamily="18" charset="0"/>
              </a:rPr>
              <a:t>We have made a fully functional board game where:</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Wingdings" panose="05000000000000000000" pitchFamily="2" charset="2"/>
              <a:buChar char=""/>
            </a:pPr>
            <a:r>
              <a:rPr lang="en-CA" sz="1800" b="1" kern="100">
                <a:effectLst/>
                <a:latin typeface="Times New Roman" panose="02020603050405020304" pitchFamily="18" charset="0"/>
                <a:ea typeface="Aptos" panose="020B0004020202020204" pitchFamily="34" charset="0"/>
                <a:cs typeface="Times New Roman" panose="02020603050405020304" pitchFamily="18" charset="0"/>
              </a:rPr>
              <a:t>The Game Logic is Functional: </a:t>
            </a:r>
            <a:r>
              <a:rPr lang="en-CA" sz="1800" kern="100">
                <a:effectLst/>
                <a:latin typeface="Times New Roman" panose="02020603050405020304" pitchFamily="18" charset="0"/>
                <a:ea typeface="Aptos" panose="020B0004020202020204" pitchFamily="34" charset="0"/>
                <a:cs typeface="Times New Roman" panose="02020603050405020304" pitchFamily="18" charset="0"/>
              </a:rPr>
              <a:t>The players should be able to play a full game against each other. They will spin the spinner and work through the action cards to gain points. The player with most points at the end will win.</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Wingdings" panose="05000000000000000000" pitchFamily="2" charset="2"/>
              <a:buChar char=""/>
            </a:pPr>
            <a:r>
              <a:rPr lang="en-CA" sz="1800" b="1" kern="100">
                <a:effectLst/>
                <a:latin typeface="Times New Roman" panose="02020603050405020304" pitchFamily="18" charset="0"/>
                <a:ea typeface="Aptos" panose="020B0004020202020204" pitchFamily="34" charset="0"/>
                <a:cs typeface="Times New Roman" panose="02020603050405020304" pitchFamily="18" charset="0"/>
              </a:rPr>
              <a:t>Advancement through Action Cards: </a:t>
            </a:r>
            <a:r>
              <a:rPr lang="en-CA" sz="1800" kern="100">
                <a:effectLst/>
                <a:latin typeface="Times New Roman" panose="02020603050405020304" pitchFamily="18" charset="0"/>
                <a:ea typeface="Aptos" panose="020B0004020202020204" pitchFamily="34" charset="0"/>
                <a:cs typeface="Times New Roman" panose="02020603050405020304" pitchFamily="18" charset="0"/>
              </a:rPr>
              <a:t>Every time an action card pops up, there will be a fun activity the players can play and earn points from.</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Wingdings" panose="05000000000000000000" pitchFamily="2" charset="2"/>
              <a:buChar char=""/>
            </a:pPr>
            <a:r>
              <a:rPr lang="en-CA" sz="1800" b="1" kern="100">
                <a:effectLst/>
                <a:latin typeface="Times New Roman" panose="02020603050405020304" pitchFamily="18" charset="0"/>
                <a:ea typeface="Aptos" panose="020B0004020202020204" pitchFamily="34" charset="0"/>
                <a:cs typeface="Times New Roman" panose="02020603050405020304" pitchFamily="18" charset="0"/>
              </a:rPr>
              <a:t>Valid Gameplay and Win Condition</a:t>
            </a:r>
            <a:r>
              <a:rPr lang="en-CA" sz="1800" kern="100">
                <a:effectLst/>
                <a:latin typeface="Times New Roman" panose="02020603050405020304" pitchFamily="18" charset="0"/>
                <a:ea typeface="Aptos" panose="020B0004020202020204" pitchFamily="34" charset="0"/>
                <a:cs typeface="Times New Roman" panose="02020603050405020304" pitchFamily="18" charset="0"/>
              </a:rPr>
              <a:t>: The game will ensure that the game ends when all players reach the end of the board. Then, the statistics will be shown and there will be a celebratory page once the game is complete with an option to restart.</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marL="342900" lvl="0" indent="-342900">
              <a:lnSpc>
                <a:spcPct val="115000"/>
              </a:lnSpc>
              <a:spcAft>
                <a:spcPts val="800"/>
              </a:spcAft>
              <a:buFont typeface="Wingdings" panose="05000000000000000000" pitchFamily="2" charset="2"/>
              <a:buChar char=""/>
            </a:pPr>
            <a:r>
              <a:rPr lang="en-CA" sz="1800" b="1" kern="100">
                <a:effectLst/>
                <a:latin typeface="Times New Roman" panose="02020603050405020304" pitchFamily="18" charset="0"/>
                <a:ea typeface="Aptos" panose="020B0004020202020204" pitchFamily="34" charset="0"/>
                <a:cs typeface="Times New Roman" panose="02020603050405020304" pitchFamily="18" charset="0"/>
              </a:rPr>
              <a:t>User Interface</a:t>
            </a:r>
            <a:r>
              <a:rPr lang="en-CA" sz="1800" kern="100">
                <a:effectLst/>
                <a:latin typeface="Times New Roman" panose="02020603050405020304" pitchFamily="18" charset="0"/>
                <a:ea typeface="Aptos" panose="020B0004020202020204" pitchFamily="34" charset="0"/>
                <a:cs typeface="Times New Roman" panose="02020603050405020304" pitchFamily="18" charset="0"/>
              </a:rPr>
              <a:t>: A simple and good-looking game experience</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pPr>
              <a:lnSpc>
                <a:spcPct val="115000"/>
              </a:lnSpc>
              <a:spcAft>
                <a:spcPts val="800"/>
              </a:spcAft>
            </a:pPr>
            <a:r>
              <a:rPr lang="en-CA" sz="1800" kern="100">
                <a:effectLst/>
                <a:latin typeface="Times New Roman" panose="02020603050405020304" pitchFamily="18" charset="0"/>
                <a:ea typeface="Aptos" panose="020B0004020202020204" pitchFamily="34" charset="0"/>
                <a:cs typeface="Times New Roman" panose="02020603050405020304" pitchFamily="18" charset="0"/>
              </a:rPr>
              <a:t>By implementing this project, we have demonstrated our understanding of what we have learned in our DMII class.</a:t>
            </a:r>
            <a:endParaRPr lang="en-CA" sz="1800" kern="100">
              <a:effectLst/>
              <a:latin typeface="Aptos" panose="020B0004020202020204" pitchFamily="34" charset="0"/>
              <a:ea typeface="Aptos" panose="020B0004020202020204" pitchFamily="34" charset="0"/>
              <a:cs typeface="Times New Roman" panose="02020603050405020304" pitchFamily="18" charset="0"/>
            </a:endParaRPr>
          </a:p>
          <a:p>
            <a:endParaRPr lang="en-CA"/>
          </a:p>
        </p:txBody>
      </p:sp>
      <p:sp>
        <p:nvSpPr>
          <p:cNvPr id="4" name="Slide Number Placeholder 3"/>
          <p:cNvSpPr>
            <a:spLocks noGrp="1"/>
          </p:cNvSpPr>
          <p:nvPr>
            <p:ph type="sldNum" sz="quarter" idx="5"/>
          </p:nvPr>
        </p:nvSpPr>
        <p:spPr/>
        <p:txBody>
          <a:bodyPr/>
          <a:lstStyle/>
          <a:p>
            <a:fld id="{1A417170-11C4-499F-B5D2-5F785634E5EB}" type="slidenum">
              <a:rPr lang="en-CA" smtClean="0"/>
              <a:t>13</a:t>
            </a:fld>
            <a:endParaRPr lang="en-CA"/>
          </a:p>
        </p:txBody>
      </p:sp>
    </p:spTree>
    <p:extLst>
      <p:ext uri="{BB962C8B-B14F-4D97-AF65-F5344CB8AC3E}">
        <p14:creationId xmlns:p14="http://schemas.microsoft.com/office/powerpoint/2010/main" val="6812244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9E683-1ECC-1136-9A5F-A9D429F0E64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774BEA3D-ECCE-8C64-40F9-382EBED38C3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EE7291C8-A3BD-86DF-2F64-C4D3571E2C18}"/>
              </a:ext>
            </a:extLst>
          </p:cNvPr>
          <p:cNvSpPr>
            <a:spLocks noGrp="1"/>
          </p:cNvSpPr>
          <p:nvPr>
            <p:ph type="dt" sz="half" idx="10"/>
          </p:nvPr>
        </p:nvSpPr>
        <p:spPr/>
        <p:txBody>
          <a:bodyPr/>
          <a:lstStyle/>
          <a:p>
            <a:fld id="{FF54E059-85E8-4F57-A042-8DBEA69BACD9}" type="datetimeFigureOut">
              <a:rPr lang="en-CA" smtClean="0"/>
              <a:t>2025-04-01</a:t>
            </a:fld>
            <a:endParaRPr lang="en-CA"/>
          </a:p>
        </p:txBody>
      </p:sp>
      <p:sp>
        <p:nvSpPr>
          <p:cNvPr id="5" name="Footer Placeholder 4">
            <a:extLst>
              <a:ext uri="{FF2B5EF4-FFF2-40B4-BE49-F238E27FC236}">
                <a16:creationId xmlns:a16="http://schemas.microsoft.com/office/drawing/2014/main" id="{EE0C493B-07D5-4DEA-8833-F3213002C764}"/>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29FC795D-D16B-046C-F3B9-8BF2178B949E}"/>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157547505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3FBD6-81AC-C5E7-0C46-02F408B1EAD1}"/>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23B00CD8-B81D-162D-FF8E-21A0ECEC6B9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50464871-82FB-AD60-2748-E98244520A77}"/>
              </a:ext>
            </a:extLst>
          </p:cNvPr>
          <p:cNvSpPr>
            <a:spLocks noGrp="1"/>
          </p:cNvSpPr>
          <p:nvPr>
            <p:ph type="dt" sz="half" idx="10"/>
          </p:nvPr>
        </p:nvSpPr>
        <p:spPr/>
        <p:txBody>
          <a:bodyPr/>
          <a:lstStyle/>
          <a:p>
            <a:fld id="{FF54E059-85E8-4F57-A042-8DBEA69BACD9}" type="datetimeFigureOut">
              <a:rPr lang="en-CA" smtClean="0"/>
              <a:t>2025-04-01</a:t>
            </a:fld>
            <a:endParaRPr lang="en-CA"/>
          </a:p>
        </p:txBody>
      </p:sp>
      <p:sp>
        <p:nvSpPr>
          <p:cNvPr id="5" name="Footer Placeholder 4">
            <a:extLst>
              <a:ext uri="{FF2B5EF4-FFF2-40B4-BE49-F238E27FC236}">
                <a16:creationId xmlns:a16="http://schemas.microsoft.com/office/drawing/2014/main" id="{08F23FB8-C600-77AB-7DD7-146106472A09}"/>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AB01B5A-C79B-D230-81F6-2A01C4581658}"/>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1587242880"/>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03325F-E33A-E1A0-EDE4-A3878D2EC6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42223957-7B32-9098-5BDE-4CE2B9D1FE9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7547BCD-8690-5EA3-16F9-9B35B718AAF2}"/>
              </a:ext>
            </a:extLst>
          </p:cNvPr>
          <p:cNvSpPr>
            <a:spLocks noGrp="1"/>
          </p:cNvSpPr>
          <p:nvPr>
            <p:ph type="dt" sz="half" idx="10"/>
          </p:nvPr>
        </p:nvSpPr>
        <p:spPr/>
        <p:txBody>
          <a:bodyPr/>
          <a:lstStyle/>
          <a:p>
            <a:fld id="{FF54E059-85E8-4F57-A042-8DBEA69BACD9}" type="datetimeFigureOut">
              <a:rPr lang="en-CA" smtClean="0"/>
              <a:t>2025-04-01</a:t>
            </a:fld>
            <a:endParaRPr lang="en-CA"/>
          </a:p>
        </p:txBody>
      </p:sp>
      <p:sp>
        <p:nvSpPr>
          <p:cNvPr id="5" name="Footer Placeholder 4">
            <a:extLst>
              <a:ext uri="{FF2B5EF4-FFF2-40B4-BE49-F238E27FC236}">
                <a16:creationId xmlns:a16="http://schemas.microsoft.com/office/drawing/2014/main" id="{9CFF5141-E90A-BB13-EE88-CF423F6B8A5B}"/>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55D7DC6A-A1CB-7D3C-C2CD-AEB3991FCEBB}"/>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297161162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6BC0E-A578-2F2D-40B6-E8BF81D31453}"/>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85E7B959-BABB-D13C-D5E5-C4E337AFD5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A1FD11A6-9350-8FA6-C9E3-A4E4E0C52B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A43F40DF-D52E-F99B-553D-E452925C4F24}"/>
              </a:ext>
            </a:extLst>
          </p:cNvPr>
          <p:cNvSpPr>
            <a:spLocks noGrp="1"/>
          </p:cNvSpPr>
          <p:nvPr>
            <p:ph type="dt" sz="half" idx="10"/>
          </p:nvPr>
        </p:nvSpPr>
        <p:spPr/>
        <p:txBody>
          <a:bodyPr/>
          <a:lstStyle/>
          <a:p>
            <a:fld id="{FF54E059-85E8-4F57-A042-8DBEA69BACD9}" type="datetimeFigureOut">
              <a:rPr lang="en-CA" smtClean="0"/>
              <a:t>2025-04-01</a:t>
            </a:fld>
            <a:endParaRPr lang="en-CA"/>
          </a:p>
        </p:txBody>
      </p:sp>
      <p:sp>
        <p:nvSpPr>
          <p:cNvPr id="6" name="Footer Placeholder 5">
            <a:extLst>
              <a:ext uri="{FF2B5EF4-FFF2-40B4-BE49-F238E27FC236}">
                <a16:creationId xmlns:a16="http://schemas.microsoft.com/office/drawing/2014/main" id="{A743FF95-5131-486E-1693-6CC920FE0279}"/>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D1CDA454-CE89-8C57-9E3C-62D4B0D4C0B9}"/>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648399050"/>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0DA2D-CCFC-BCE5-CC74-0913D965814D}"/>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1F904BAA-EEDD-C178-AFCA-C933208993B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BCD27F-BFA8-B234-68A2-87EF1BC6A4D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D14A09DC-0A06-231C-FBD3-827701B31DF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F635E06-1AD9-2FF7-C873-DF7960CE0AC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D7666BDE-988E-EA12-B079-F42C990E3CE9}"/>
              </a:ext>
            </a:extLst>
          </p:cNvPr>
          <p:cNvSpPr>
            <a:spLocks noGrp="1"/>
          </p:cNvSpPr>
          <p:nvPr>
            <p:ph type="dt" sz="half" idx="10"/>
          </p:nvPr>
        </p:nvSpPr>
        <p:spPr/>
        <p:txBody>
          <a:bodyPr/>
          <a:lstStyle/>
          <a:p>
            <a:fld id="{FF54E059-85E8-4F57-A042-8DBEA69BACD9}" type="datetimeFigureOut">
              <a:rPr lang="en-CA" smtClean="0"/>
              <a:t>2025-04-01</a:t>
            </a:fld>
            <a:endParaRPr lang="en-CA"/>
          </a:p>
        </p:txBody>
      </p:sp>
      <p:sp>
        <p:nvSpPr>
          <p:cNvPr id="8" name="Footer Placeholder 7">
            <a:extLst>
              <a:ext uri="{FF2B5EF4-FFF2-40B4-BE49-F238E27FC236}">
                <a16:creationId xmlns:a16="http://schemas.microsoft.com/office/drawing/2014/main" id="{A519F044-809A-2762-D5E8-2DCDD1AAA2FB}"/>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65ACB0FF-39D3-FE0E-B1A9-9F124F7FC9EA}"/>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31620783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6FC81E-46BA-5614-DBCB-B206823DD9CE}"/>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6C2EA461-32A5-93D0-51F6-001608E9184D}"/>
              </a:ext>
            </a:extLst>
          </p:cNvPr>
          <p:cNvSpPr>
            <a:spLocks noGrp="1"/>
          </p:cNvSpPr>
          <p:nvPr>
            <p:ph type="dt" sz="half" idx="10"/>
          </p:nvPr>
        </p:nvSpPr>
        <p:spPr/>
        <p:txBody>
          <a:bodyPr/>
          <a:lstStyle/>
          <a:p>
            <a:fld id="{FF54E059-85E8-4F57-A042-8DBEA69BACD9}" type="datetimeFigureOut">
              <a:rPr lang="en-CA" smtClean="0"/>
              <a:t>2025-04-01</a:t>
            </a:fld>
            <a:endParaRPr lang="en-CA"/>
          </a:p>
        </p:txBody>
      </p:sp>
      <p:sp>
        <p:nvSpPr>
          <p:cNvPr id="4" name="Footer Placeholder 3">
            <a:extLst>
              <a:ext uri="{FF2B5EF4-FFF2-40B4-BE49-F238E27FC236}">
                <a16:creationId xmlns:a16="http://schemas.microsoft.com/office/drawing/2014/main" id="{3944F80A-099E-99FF-C912-5AB42F888767}"/>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A10B530F-3757-D25C-6C16-52B2C7936E0D}"/>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335090215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8D4A16-3EB6-58DF-E9C3-C69A7A606CC1}"/>
              </a:ext>
            </a:extLst>
          </p:cNvPr>
          <p:cNvSpPr>
            <a:spLocks noGrp="1"/>
          </p:cNvSpPr>
          <p:nvPr>
            <p:ph type="dt" sz="half" idx="10"/>
          </p:nvPr>
        </p:nvSpPr>
        <p:spPr/>
        <p:txBody>
          <a:bodyPr/>
          <a:lstStyle/>
          <a:p>
            <a:fld id="{FF54E059-85E8-4F57-A042-8DBEA69BACD9}" type="datetimeFigureOut">
              <a:rPr lang="en-CA" smtClean="0"/>
              <a:t>2025-04-01</a:t>
            </a:fld>
            <a:endParaRPr lang="en-CA"/>
          </a:p>
        </p:txBody>
      </p:sp>
      <p:sp>
        <p:nvSpPr>
          <p:cNvPr id="3" name="Footer Placeholder 2">
            <a:extLst>
              <a:ext uri="{FF2B5EF4-FFF2-40B4-BE49-F238E27FC236}">
                <a16:creationId xmlns:a16="http://schemas.microsoft.com/office/drawing/2014/main" id="{E54EB5AE-9ADD-A810-935E-61E065716D4C}"/>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057479C7-77DC-E223-C457-B94058F87715}"/>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333978092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8C57A4-A7CC-BCC7-AD01-220CE35B2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00E485FA-C6FC-9457-1A8A-0F6E2016FF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D6115A75-75A2-FDC0-1E91-9C55BFD789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7F93212-B5A7-593D-6530-8C024A8D75DB}"/>
              </a:ext>
            </a:extLst>
          </p:cNvPr>
          <p:cNvSpPr>
            <a:spLocks noGrp="1"/>
          </p:cNvSpPr>
          <p:nvPr>
            <p:ph type="dt" sz="half" idx="10"/>
          </p:nvPr>
        </p:nvSpPr>
        <p:spPr/>
        <p:txBody>
          <a:bodyPr/>
          <a:lstStyle/>
          <a:p>
            <a:fld id="{FF54E059-85E8-4F57-A042-8DBEA69BACD9}" type="datetimeFigureOut">
              <a:rPr lang="en-CA" smtClean="0"/>
              <a:t>2025-04-01</a:t>
            </a:fld>
            <a:endParaRPr lang="en-CA"/>
          </a:p>
        </p:txBody>
      </p:sp>
      <p:sp>
        <p:nvSpPr>
          <p:cNvPr id="6" name="Footer Placeholder 5">
            <a:extLst>
              <a:ext uri="{FF2B5EF4-FFF2-40B4-BE49-F238E27FC236}">
                <a16:creationId xmlns:a16="http://schemas.microsoft.com/office/drawing/2014/main" id="{FCF68F55-7B92-859E-8698-8C0250F2493C}"/>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499F140-53EE-C4A3-A518-9C94FAB769B3}"/>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64312509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D70B1-811F-731D-3D63-6E17E16F17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2D8FCD34-0F56-7CEB-8FB8-9164F4EEF2E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BD20EABA-9EB0-0A9B-08D2-F4ACBE8C969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C0926A9-FE97-329C-3EA9-7E1C27A0D848}"/>
              </a:ext>
            </a:extLst>
          </p:cNvPr>
          <p:cNvSpPr>
            <a:spLocks noGrp="1"/>
          </p:cNvSpPr>
          <p:nvPr>
            <p:ph type="dt" sz="half" idx="10"/>
          </p:nvPr>
        </p:nvSpPr>
        <p:spPr/>
        <p:txBody>
          <a:bodyPr/>
          <a:lstStyle/>
          <a:p>
            <a:fld id="{FF54E059-85E8-4F57-A042-8DBEA69BACD9}" type="datetimeFigureOut">
              <a:rPr lang="en-CA" smtClean="0"/>
              <a:t>2025-04-01</a:t>
            </a:fld>
            <a:endParaRPr lang="en-CA"/>
          </a:p>
        </p:txBody>
      </p:sp>
      <p:sp>
        <p:nvSpPr>
          <p:cNvPr id="6" name="Footer Placeholder 5">
            <a:extLst>
              <a:ext uri="{FF2B5EF4-FFF2-40B4-BE49-F238E27FC236}">
                <a16:creationId xmlns:a16="http://schemas.microsoft.com/office/drawing/2014/main" id="{46E4AA22-ACBE-0BF6-821F-2372C9D9BDF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59AACF00-BE75-89F1-7054-9E7F94477497}"/>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319728133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698CD-D240-E3C4-7827-5A80FD312F2E}"/>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B92BAE2-E8D5-4F20-1C3D-81F9EB8816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DBDCA676-6992-BD05-A45F-E832FFB226B4}"/>
              </a:ext>
            </a:extLst>
          </p:cNvPr>
          <p:cNvSpPr>
            <a:spLocks noGrp="1"/>
          </p:cNvSpPr>
          <p:nvPr>
            <p:ph type="dt" sz="half" idx="10"/>
          </p:nvPr>
        </p:nvSpPr>
        <p:spPr/>
        <p:txBody>
          <a:bodyPr/>
          <a:lstStyle/>
          <a:p>
            <a:fld id="{FF54E059-85E8-4F57-A042-8DBEA69BACD9}" type="datetimeFigureOut">
              <a:rPr lang="en-CA" smtClean="0"/>
              <a:t>2025-04-01</a:t>
            </a:fld>
            <a:endParaRPr lang="en-CA"/>
          </a:p>
        </p:txBody>
      </p:sp>
      <p:sp>
        <p:nvSpPr>
          <p:cNvPr id="5" name="Footer Placeholder 4">
            <a:extLst>
              <a:ext uri="{FF2B5EF4-FFF2-40B4-BE49-F238E27FC236}">
                <a16:creationId xmlns:a16="http://schemas.microsoft.com/office/drawing/2014/main" id="{3CF066E6-DBFA-D8A2-CE35-31F86783AD7A}"/>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3CDEAD8C-AF5F-63AE-526E-D2B3A5AEB62E}"/>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1503388472"/>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EDD4CA4-C582-07D6-800F-A874B1FDB04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BD0E2128-39FF-B921-5023-FE62D7E9E68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B7278F5-6B9B-C2FD-6868-AFCF6AF9D647}"/>
              </a:ext>
            </a:extLst>
          </p:cNvPr>
          <p:cNvSpPr>
            <a:spLocks noGrp="1"/>
          </p:cNvSpPr>
          <p:nvPr>
            <p:ph type="dt" sz="half" idx="10"/>
          </p:nvPr>
        </p:nvSpPr>
        <p:spPr/>
        <p:txBody>
          <a:bodyPr/>
          <a:lstStyle/>
          <a:p>
            <a:fld id="{FF54E059-85E8-4F57-A042-8DBEA69BACD9}" type="datetimeFigureOut">
              <a:rPr lang="en-CA" smtClean="0"/>
              <a:t>2025-04-01</a:t>
            </a:fld>
            <a:endParaRPr lang="en-CA"/>
          </a:p>
        </p:txBody>
      </p:sp>
      <p:sp>
        <p:nvSpPr>
          <p:cNvPr id="5" name="Footer Placeholder 4">
            <a:extLst>
              <a:ext uri="{FF2B5EF4-FFF2-40B4-BE49-F238E27FC236}">
                <a16:creationId xmlns:a16="http://schemas.microsoft.com/office/drawing/2014/main" id="{727D7699-8D50-368E-74D3-9FA5104A345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366B35E-6AD6-55FD-2EEC-124F71A893C2}"/>
              </a:ext>
            </a:extLst>
          </p:cNvPr>
          <p:cNvSpPr>
            <a:spLocks noGrp="1"/>
          </p:cNvSpPr>
          <p:nvPr>
            <p:ph type="sldNum" sz="quarter" idx="12"/>
          </p:nvPr>
        </p:nvSpPr>
        <p:spPr/>
        <p:txBody>
          <a:bodyPr/>
          <a:lstStyle/>
          <a:p>
            <a:fld id="{A3EB28FF-6D58-466A-8F39-9E964E2BC39D}" type="slidenum">
              <a:rPr lang="en-CA" smtClean="0"/>
              <a:t>‹#›</a:t>
            </a:fld>
            <a:endParaRPr lang="en-CA"/>
          </a:p>
        </p:txBody>
      </p:sp>
    </p:spTree>
    <p:extLst>
      <p:ext uri="{BB962C8B-B14F-4D97-AF65-F5344CB8AC3E}">
        <p14:creationId xmlns:p14="http://schemas.microsoft.com/office/powerpoint/2010/main" val="292870589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2C930F-B93B-78F0-BCAC-D0134FE6085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30E20D6C-959A-EFEE-C512-B71F52BD2C4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74F48FEC-6842-2382-A7F7-3F7BC7E033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54E059-85E8-4F57-A042-8DBEA69BACD9}" type="datetimeFigureOut">
              <a:rPr lang="en-CA" smtClean="0"/>
              <a:t>2025-04-01</a:t>
            </a:fld>
            <a:endParaRPr lang="en-CA"/>
          </a:p>
        </p:txBody>
      </p:sp>
      <p:sp>
        <p:nvSpPr>
          <p:cNvPr id="5" name="Footer Placeholder 4">
            <a:extLst>
              <a:ext uri="{FF2B5EF4-FFF2-40B4-BE49-F238E27FC236}">
                <a16:creationId xmlns:a16="http://schemas.microsoft.com/office/drawing/2014/main" id="{3988E6C7-B1DB-47E2-326B-F2345148936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CA"/>
          </a:p>
        </p:txBody>
      </p:sp>
      <p:sp>
        <p:nvSpPr>
          <p:cNvPr id="6" name="Slide Number Placeholder 5">
            <a:extLst>
              <a:ext uri="{FF2B5EF4-FFF2-40B4-BE49-F238E27FC236}">
                <a16:creationId xmlns:a16="http://schemas.microsoft.com/office/drawing/2014/main" id="{7632A14E-3C42-932F-3F1E-59F61E6702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3EB28FF-6D58-466A-8F39-9E964E2BC39D}" type="slidenum">
              <a:rPr lang="en-CA" smtClean="0"/>
              <a:t>‹#›</a:t>
            </a:fld>
            <a:endParaRPr lang="en-CA"/>
          </a:p>
        </p:txBody>
      </p:sp>
    </p:spTree>
    <p:extLst>
      <p:ext uri="{BB962C8B-B14F-4D97-AF65-F5344CB8AC3E}">
        <p14:creationId xmlns:p14="http://schemas.microsoft.com/office/powerpoint/2010/main" val="25321969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jpe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jpeg"/><Relationship Id="rId7" Type="http://schemas.openxmlformats.org/officeDocument/2006/relationships/diagramColors" Target="../diagrams/colors2.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4.jpeg"/><Relationship Id="rId7" Type="http://schemas.openxmlformats.org/officeDocument/2006/relationships/diagramColors" Target="../diagrams/colors3.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purple pawn and a rolling dice">
            <a:extLst>
              <a:ext uri="{FF2B5EF4-FFF2-40B4-BE49-F238E27FC236}">
                <a16:creationId xmlns:a16="http://schemas.microsoft.com/office/drawing/2014/main" id="{ED7C190E-D4C8-60C0-BD7E-3F88928A5798}"/>
              </a:ext>
            </a:extLst>
          </p:cNvPr>
          <p:cNvPicPr>
            <a:picLocks noChangeAspect="1"/>
          </p:cNvPicPr>
          <p:nvPr/>
        </p:nvPicPr>
        <p:blipFill>
          <a:blip r:embed="rId3">
            <a:alphaModFix amt="50000"/>
          </a:blip>
          <a:srcRect t="11361" b="4370"/>
          <a:stretch/>
        </p:blipFill>
        <p:spPr>
          <a:xfrm>
            <a:off x="20" y="1"/>
            <a:ext cx="12191980" cy="6857999"/>
          </a:xfrm>
          <a:prstGeom prst="rect">
            <a:avLst/>
          </a:prstGeom>
        </p:spPr>
      </p:pic>
      <p:sp>
        <p:nvSpPr>
          <p:cNvPr id="2" name="Title 1">
            <a:extLst>
              <a:ext uri="{FF2B5EF4-FFF2-40B4-BE49-F238E27FC236}">
                <a16:creationId xmlns:a16="http://schemas.microsoft.com/office/drawing/2014/main" id="{E3B5E84F-6817-E7C8-E782-515D503C1C0D}"/>
              </a:ext>
            </a:extLst>
          </p:cNvPr>
          <p:cNvSpPr>
            <a:spLocks noGrp="1"/>
          </p:cNvSpPr>
          <p:nvPr>
            <p:ph type="ctrTitle"/>
          </p:nvPr>
        </p:nvSpPr>
        <p:spPr>
          <a:xfrm>
            <a:off x="1524000" y="1122362"/>
            <a:ext cx="9144000" cy="2900518"/>
          </a:xfrm>
        </p:spPr>
        <p:txBody>
          <a:bodyPr>
            <a:normAutofit/>
          </a:bodyPr>
          <a:lstStyle/>
          <a:p>
            <a:pPr>
              <a:spcAft>
                <a:spcPts val="800"/>
              </a:spcAft>
            </a:pPr>
            <a:r>
              <a:rPr lang="en-CA" b="1" kern="100">
                <a:solidFill>
                  <a:srgbClr val="FFFFFF"/>
                </a:solidFill>
                <a:effectLst/>
                <a:latin typeface="Times New Roman" panose="02020603050405020304" pitchFamily="18" charset="0"/>
                <a:ea typeface="Aptos" panose="020B0004020202020204" pitchFamily="34" charset="0"/>
                <a:cs typeface="Times New Roman" panose="02020603050405020304" pitchFamily="18" charset="0"/>
              </a:rPr>
              <a:t>Boardventure: Spin, Play, Win</a:t>
            </a:r>
            <a:endParaRPr lang="en-CA" kern="100">
              <a:solidFill>
                <a:srgbClr val="FFFFFF"/>
              </a:solidFill>
              <a:effectLst/>
              <a:latin typeface="Aptos" panose="020B0004020202020204" pitchFamily="34" charset="0"/>
              <a:ea typeface="Aptos" panose="020B0004020202020204" pitchFamily="34" charset="0"/>
              <a:cs typeface="Times New Roman" panose="02020603050405020304" pitchFamily="18" charset="0"/>
            </a:endParaRPr>
          </a:p>
        </p:txBody>
      </p:sp>
      <p:sp>
        <p:nvSpPr>
          <p:cNvPr id="3" name="Subtitle 2">
            <a:extLst>
              <a:ext uri="{FF2B5EF4-FFF2-40B4-BE49-F238E27FC236}">
                <a16:creationId xmlns:a16="http://schemas.microsoft.com/office/drawing/2014/main" id="{5DC9382C-C974-E0FF-A6AF-4EF60359F122}"/>
              </a:ext>
            </a:extLst>
          </p:cNvPr>
          <p:cNvSpPr>
            <a:spLocks noGrp="1"/>
          </p:cNvSpPr>
          <p:nvPr>
            <p:ph type="subTitle" idx="1"/>
          </p:nvPr>
        </p:nvSpPr>
        <p:spPr>
          <a:xfrm>
            <a:off x="1524000" y="4159404"/>
            <a:ext cx="9144000" cy="1098395"/>
          </a:xfrm>
        </p:spPr>
        <p:txBody>
          <a:bodyPr>
            <a:normAutofit/>
          </a:bodyPr>
          <a:lstStyle/>
          <a:p>
            <a:r>
              <a:rPr lang="en-US">
                <a:solidFill>
                  <a:srgbClr val="FFFFFF"/>
                </a:solidFill>
              </a:rPr>
              <a:t>By: Ruhani Jindal and Jolomi Eddi</a:t>
            </a:r>
            <a:endParaRPr lang="en-CA">
              <a:solidFill>
                <a:srgbClr val="FFFFFF"/>
              </a:solidFill>
            </a:endParaRPr>
          </a:p>
        </p:txBody>
      </p:sp>
    </p:spTree>
    <p:extLst>
      <p:ext uri="{BB962C8B-B14F-4D97-AF65-F5344CB8AC3E}">
        <p14:creationId xmlns:p14="http://schemas.microsoft.com/office/powerpoint/2010/main" val="370940434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slow" p14:dur="6000">
        <p15:prstTrans prst="curtains"/>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C4D6C5D4-6316-5788-1B28-2EB5E1F67B3E}"/>
              </a:ext>
            </a:extLst>
          </p:cNvPr>
          <p:cNvPicPr>
            <a:picLocks noChangeAspect="1"/>
          </p:cNvPicPr>
          <p:nvPr/>
        </p:nvPicPr>
        <p:blipFill>
          <a:blip r:embed="rId3">
            <a:alphaModFix amt="35000"/>
          </a:blip>
          <a:srcRect t="9804" b="5927"/>
          <a:stretch/>
        </p:blipFill>
        <p:spPr>
          <a:xfrm>
            <a:off x="20" y="10"/>
            <a:ext cx="12191980" cy="6857990"/>
          </a:xfrm>
          <a:prstGeom prst="rect">
            <a:avLst/>
          </a:prstGeom>
        </p:spPr>
      </p:pic>
      <p:sp>
        <p:nvSpPr>
          <p:cNvPr id="2" name="Title 1">
            <a:extLst>
              <a:ext uri="{FF2B5EF4-FFF2-40B4-BE49-F238E27FC236}">
                <a16:creationId xmlns:a16="http://schemas.microsoft.com/office/drawing/2014/main" id="{DFD1CF72-C5F7-87F3-2521-D6D48040BDB3}"/>
              </a:ext>
            </a:extLst>
          </p:cNvPr>
          <p:cNvSpPr>
            <a:spLocks noGrp="1"/>
          </p:cNvSpPr>
          <p:nvPr>
            <p:ph type="title"/>
          </p:nvPr>
        </p:nvSpPr>
        <p:spPr>
          <a:xfrm>
            <a:off x="838200" y="365125"/>
            <a:ext cx="10515600" cy="1325563"/>
          </a:xfrm>
        </p:spPr>
        <p:txBody>
          <a:bodyPr>
            <a:normAutofit/>
          </a:bodyPr>
          <a:lstStyle/>
          <a:p>
            <a:r>
              <a:rPr lang="en-US">
                <a:solidFill>
                  <a:srgbClr val="FFFFFF"/>
                </a:solidFill>
              </a:rPr>
              <a:t>Table of Contents</a:t>
            </a:r>
            <a:endParaRPr lang="en-CA">
              <a:solidFill>
                <a:srgbClr val="FFFFFF"/>
              </a:solidFill>
            </a:endParaRPr>
          </a:p>
        </p:txBody>
      </p:sp>
      <p:graphicFrame>
        <p:nvGraphicFramePr>
          <p:cNvPr id="13" name="Content Placeholder 2">
            <a:extLst>
              <a:ext uri="{FF2B5EF4-FFF2-40B4-BE49-F238E27FC236}">
                <a16:creationId xmlns:a16="http://schemas.microsoft.com/office/drawing/2014/main" id="{A328983C-E102-0A12-1F22-349B60D24ACA}"/>
              </a:ext>
            </a:extLst>
          </p:cNvPr>
          <p:cNvGraphicFramePr>
            <a:graphicFrameLocks noGrp="1"/>
          </p:cNvGraphicFramePr>
          <p:nvPr>
            <p:ph idx="1"/>
            <p:extLst>
              <p:ext uri="{D42A27DB-BD31-4B8C-83A1-F6EECF244321}">
                <p14:modId xmlns:p14="http://schemas.microsoft.com/office/powerpoint/2010/main" val="74020465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94971588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Dice and pins on a board game">
            <a:extLst>
              <a:ext uri="{FF2B5EF4-FFF2-40B4-BE49-F238E27FC236}">
                <a16:creationId xmlns:a16="http://schemas.microsoft.com/office/drawing/2014/main" id="{15031552-660F-FF9B-7AF4-C4D8159E7D5E}"/>
              </a:ext>
            </a:extLst>
          </p:cNvPr>
          <p:cNvPicPr>
            <a:picLocks noChangeAspect="1"/>
          </p:cNvPicPr>
          <p:nvPr/>
        </p:nvPicPr>
        <p:blipFill>
          <a:blip r:embed="rId3">
            <a:alphaModFix amt="35000"/>
          </a:blip>
          <a:srcRect t="15413"/>
          <a:stretch/>
        </p:blipFill>
        <p:spPr>
          <a:xfrm>
            <a:off x="20" y="10"/>
            <a:ext cx="12191980" cy="6857990"/>
          </a:xfrm>
          <a:prstGeom prst="rect">
            <a:avLst/>
          </a:prstGeom>
        </p:spPr>
      </p:pic>
      <p:sp>
        <p:nvSpPr>
          <p:cNvPr id="2" name="Title 1">
            <a:extLst>
              <a:ext uri="{FF2B5EF4-FFF2-40B4-BE49-F238E27FC236}">
                <a16:creationId xmlns:a16="http://schemas.microsoft.com/office/drawing/2014/main" id="{6C24FBAE-2FF9-BB91-A382-0E941EFB3495}"/>
              </a:ext>
            </a:extLst>
          </p:cNvPr>
          <p:cNvSpPr>
            <a:spLocks noGrp="1"/>
          </p:cNvSpPr>
          <p:nvPr>
            <p:ph type="title"/>
          </p:nvPr>
        </p:nvSpPr>
        <p:spPr>
          <a:xfrm>
            <a:off x="838200" y="365125"/>
            <a:ext cx="10515600" cy="1325563"/>
          </a:xfrm>
        </p:spPr>
        <p:txBody>
          <a:bodyPr>
            <a:normAutofit/>
          </a:bodyPr>
          <a:lstStyle/>
          <a:p>
            <a:r>
              <a:rPr lang="en-US">
                <a:solidFill>
                  <a:srgbClr val="FFFFFF"/>
                </a:solidFill>
              </a:rPr>
              <a:t>About our game</a:t>
            </a:r>
            <a:endParaRPr lang="en-CA">
              <a:solidFill>
                <a:srgbClr val="FFFFFF"/>
              </a:solidFill>
            </a:endParaRPr>
          </a:p>
        </p:txBody>
      </p:sp>
      <p:sp>
        <p:nvSpPr>
          <p:cNvPr id="3" name="Content Placeholder 2">
            <a:extLst>
              <a:ext uri="{FF2B5EF4-FFF2-40B4-BE49-F238E27FC236}">
                <a16:creationId xmlns:a16="http://schemas.microsoft.com/office/drawing/2014/main" id="{67F78EF0-B17C-96A9-D7FB-37909988802F}"/>
              </a:ext>
            </a:extLst>
          </p:cNvPr>
          <p:cNvSpPr>
            <a:spLocks noGrp="1"/>
          </p:cNvSpPr>
          <p:nvPr>
            <p:ph idx="1"/>
          </p:nvPr>
        </p:nvSpPr>
        <p:spPr>
          <a:xfrm>
            <a:off x="838200" y="1825625"/>
            <a:ext cx="10515600" cy="4351338"/>
          </a:xfrm>
        </p:spPr>
        <p:txBody>
          <a:bodyPr>
            <a:normAutofit/>
          </a:bodyPr>
          <a:lstStyle/>
          <a:p>
            <a:pPr>
              <a:spcAft>
                <a:spcPts val="800"/>
              </a:spcAft>
            </a:pPr>
            <a:r>
              <a:rPr lang="en-CA" kern="100">
                <a:solidFill>
                  <a:srgbClr val="FFFFFF"/>
                </a:solidFill>
                <a:effectLst/>
                <a:ea typeface="Aptos" panose="020B0004020202020204" pitchFamily="34" charset="0"/>
                <a:cs typeface="Times New Roman" panose="02020603050405020304" pitchFamily="18" charset="0"/>
              </a:rPr>
              <a:t>Game Title: BoardRush</a:t>
            </a:r>
          </a:p>
          <a:p>
            <a:pPr>
              <a:spcAft>
                <a:spcPts val="800"/>
              </a:spcAft>
            </a:pPr>
            <a:r>
              <a:rPr lang="en-CA" kern="100">
                <a:solidFill>
                  <a:srgbClr val="FFFFFF"/>
                </a:solidFill>
                <a:effectLst/>
                <a:ea typeface="Aptos" panose="020B0004020202020204" pitchFamily="34" charset="0"/>
                <a:cs typeface="Times New Roman" panose="02020603050405020304" pitchFamily="18" charset="0"/>
              </a:rPr>
              <a:t>Our Company’s Name: BoardCraft Creations</a:t>
            </a:r>
          </a:p>
        </p:txBody>
      </p:sp>
    </p:spTree>
    <p:extLst>
      <p:ext uri="{BB962C8B-B14F-4D97-AF65-F5344CB8AC3E}">
        <p14:creationId xmlns:p14="http://schemas.microsoft.com/office/powerpoint/2010/main" val="25778425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3">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7279A3-B0F1-86AA-EFF7-64E1E092AEE5}"/>
              </a:ext>
            </a:extLst>
          </p:cNvPr>
          <p:cNvSpPr>
            <a:spLocks noGrp="1"/>
          </p:cNvSpPr>
          <p:nvPr>
            <p:ph type="title"/>
          </p:nvPr>
        </p:nvSpPr>
        <p:spPr>
          <a:xfrm>
            <a:off x="626533" y="0"/>
            <a:ext cx="4128911" cy="903111"/>
          </a:xfrm>
        </p:spPr>
        <p:txBody>
          <a:bodyPr/>
          <a:lstStyle/>
          <a:p>
            <a:r>
              <a:rPr lang="en-US">
                <a:solidFill>
                  <a:schemeClr val="bg1"/>
                </a:solidFill>
              </a:rPr>
              <a:t>How to Play</a:t>
            </a:r>
            <a:endParaRPr lang="en-CA">
              <a:solidFill>
                <a:schemeClr val="bg1"/>
              </a:solidFill>
            </a:endParaRPr>
          </a:p>
        </p:txBody>
      </p:sp>
      <p:sp>
        <p:nvSpPr>
          <p:cNvPr id="3" name="Content Placeholder 2">
            <a:extLst>
              <a:ext uri="{FF2B5EF4-FFF2-40B4-BE49-F238E27FC236}">
                <a16:creationId xmlns:a16="http://schemas.microsoft.com/office/drawing/2014/main" id="{00B2264F-CD13-CEC9-9163-1E6DD73BF28B}"/>
              </a:ext>
            </a:extLst>
          </p:cNvPr>
          <p:cNvSpPr>
            <a:spLocks noGrp="1"/>
          </p:cNvSpPr>
          <p:nvPr>
            <p:ph idx="1"/>
          </p:nvPr>
        </p:nvSpPr>
        <p:spPr>
          <a:xfrm>
            <a:off x="626533" y="922513"/>
            <a:ext cx="10515600" cy="5695597"/>
          </a:xfrm>
        </p:spPr>
        <p:txBody>
          <a:bodyPr>
            <a:noAutofit/>
          </a:bodyPr>
          <a:lstStyle/>
          <a:p>
            <a:r>
              <a:rPr lang="en-CA" sz="2400">
                <a:solidFill>
                  <a:schemeClr val="bg1"/>
                </a:solidFill>
              </a:rPr>
              <a:t>Setup: Choose 2 to 4 players, each with a unique colour, and everyone starts with 100 points.</a:t>
            </a:r>
          </a:p>
          <a:p>
            <a:r>
              <a:rPr lang="en-CA" sz="2400">
                <a:solidFill>
                  <a:schemeClr val="bg1"/>
                </a:solidFill>
              </a:rPr>
              <a:t>Gameplay: On your turn, spin the spinner to move along the board. As you land on squares, keep an eye out for “STOP” tiles which give you either a point or action card</a:t>
            </a:r>
          </a:p>
          <a:p>
            <a:r>
              <a:rPr lang="en-CA" sz="2400">
                <a:solidFill>
                  <a:schemeClr val="bg1"/>
                </a:solidFill>
              </a:rPr>
              <a:t>Action Cards tell you to move extra spaces, switch positions or even take another turn.</a:t>
            </a:r>
          </a:p>
          <a:p>
            <a:r>
              <a:rPr lang="en-CA" sz="2400">
                <a:solidFill>
                  <a:schemeClr val="bg1"/>
                </a:solidFill>
              </a:rPr>
              <a:t>Point Cards adjust your score—some boost your points or double them, while others might knock points off. Your score never goes below zero.</a:t>
            </a:r>
          </a:p>
          <a:p>
            <a:r>
              <a:rPr lang="en-CA" sz="2400">
                <a:solidFill>
                  <a:schemeClr val="bg1"/>
                </a:solidFill>
              </a:rPr>
              <a:t>Finishing: When you reach the final “FINISH” square, you’re done. The first player to finish earns 400 bonus points, the second 300, then 200, and 100 for last.</a:t>
            </a:r>
          </a:p>
        </p:txBody>
      </p:sp>
      <p:pic>
        <p:nvPicPr>
          <p:cNvPr id="6" name="Picture 5">
            <a:extLst>
              <a:ext uri="{FF2B5EF4-FFF2-40B4-BE49-F238E27FC236}">
                <a16:creationId xmlns:a16="http://schemas.microsoft.com/office/drawing/2014/main" id="{8485EADA-064C-CF30-B305-A8A00B4FD654}"/>
              </a:ext>
            </a:extLst>
          </p:cNvPr>
          <p:cNvPicPr>
            <a:picLocks noChangeAspect="1"/>
          </p:cNvPicPr>
          <p:nvPr/>
        </p:nvPicPr>
        <p:blipFill>
          <a:blip r:embed="rId3">
            <a:alphaModFix amt="35000"/>
          </a:blip>
          <a:srcRect t="7354" b="8376"/>
          <a:stretch/>
        </p:blipFill>
        <p:spPr>
          <a:xfrm>
            <a:off x="10" y="5"/>
            <a:ext cx="12191980" cy="6857990"/>
          </a:xfrm>
          <a:prstGeom prst="rect">
            <a:avLst/>
          </a:prstGeom>
        </p:spPr>
      </p:pic>
    </p:spTree>
    <p:extLst>
      <p:ext uri="{BB962C8B-B14F-4D97-AF65-F5344CB8AC3E}">
        <p14:creationId xmlns:p14="http://schemas.microsoft.com/office/powerpoint/2010/main" val="268803572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3C8BCD3E-36B0-8A0B-1560-8370E44F157E}"/>
              </a:ext>
            </a:extLst>
          </p:cNvPr>
          <p:cNvPicPr>
            <a:picLocks noChangeAspect="1"/>
          </p:cNvPicPr>
          <p:nvPr/>
        </p:nvPicPr>
        <p:blipFill>
          <a:blip r:embed="rId3">
            <a:alphaModFix amt="35000"/>
          </a:blip>
          <a:srcRect t="7354" b="8376"/>
          <a:stretch/>
        </p:blipFill>
        <p:spPr>
          <a:xfrm>
            <a:off x="20" y="10"/>
            <a:ext cx="12191980" cy="6857990"/>
          </a:xfrm>
          <a:prstGeom prst="rect">
            <a:avLst/>
          </a:prstGeom>
        </p:spPr>
      </p:pic>
      <p:sp>
        <p:nvSpPr>
          <p:cNvPr id="2" name="Title 1">
            <a:extLst>
              <a:ext uri="{FF2B5EF4-FFF2-40B4-BE49-F238E27FC236}">
                <a16:creationId xmlns:a16="http://schemas.microsoft.com/office/drawing/2014/main" id="{E61543B0-4749-C5DE-3A14-0634C9E6D2A6}"/>
              </a:ext>
            </a:extLst>
          </p:cNvPr>
          <p:cNvSpPr>
            <a:spLocks noGrp="1"/>
          </p:cNvSpPr>
          <p:nvPr>
            <p:ph type="title"/>
          </p:nvPr>
        </p:nvSpPr>
        <p:spPr>
          <a:xfrm>
            <a:off x="838200" y="365125"/>
            <a:ext cx="10515600" cy="1325563"/>
          </a:xfrm>
        </p:spPr>
        <p:txBody>
          <a:bodyPr>
            <a:normAutofit/>
          </a:bodyPr>
          <a:lstStyle/>
          <a:p>
            <a:r>
              <a:rPr lang="en-US">
                <a:solidFill>
                  <a:srgbClr val="FFFFFF"/>
                </a:solidFill>
              </a:rPr>
              <a:t>How to Win</a:t>
            </a:r>
            <a:endParaRPr lang="en-CA">
              <a:solidFill>
                <a:srgbClr val="FFFFFF"/>
              </a:solidFill>
            </a:endParaRPr>
          </a:p>
        </p:txBody>
      </p:sp>
      <p:graphicFrame>
        <p:nvGraphicFramePr>
          <p:cNvPr id="5" name="Content Placeholder 2">
            <a:extLst>
              <a:ext uri="{FF2B5EF4-FFF2-40B4-BE49-F238E27FC236}">
                <a16:creationId xmlns:a16="http://schemas.microsoft.com/office/drawing/2014/main" id="{D0416BD9-C6A6-5B35-1EDE-97ECA006FFAE}"/>
              </a:ext>
            </a:extLst>
          </p:cNvPr>
          <p:cNvGraphicFramePr>
            <a:graphicFrameLocks noGrp="1"/>
          </p:cNvGraphicFramePr>
          <p:nvPr>
            <p:ph idx="1"/>
            <p:extLst>
              <p:ext uri="{D42A27DB-BD31-4B8C-83A1-F6EECF244321}">
                <p14:modId xmlns:p14="http://schemas.microsoft.com/office/powerpoint/2010/main" val="122314988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8881150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327D73B4-9F5C-4A64-A179-51B9500CB8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123580-F0CC-DE7A-2183-26664A7E4D18}"/>
              </a:ext>
            </a:extLst>
          </p:cNvPr>
          <p:cNvSpPr>
            <a:spLocks noGrp="1"/>
          </p:cNvSpPr>
          <p:nvPr>
            <p:ph type="title"/>
          </p:nvPr>
        </p:nvSpPr>
        <p:spPr>
          <a:xfrm>
            <a:off x="6881745" y="467271"/>
            <a:ext cx="3971643" cy="2052522"/>
          </a:xfrm>
        </p:spPr>
        <p:txBody>
          <a:bodyPr anchor="b">
            <a:normAutofit/>
          </a:bodyPr>
          <a:lstStyle/>
          <a:p>
            <a:br>
              <a:rPr lang="en-US" sz="3500"/>
            </a:br>
            <a:r>
              <a:rPr lang="en-CA" sz="3500"/>
              <a:t>Background and Related Works</a:t>
            </a:r>
            <a:br>
              <a:rPr lang="en-US" sz="3500"/>
            </a:br>
            <a:endParaRPr lang="en-CA" sz="3500"/>
          </a:p>
        </p:txBody>
      </p:sp>
      <p:sp>
        <p:nvSpPr>
          <p:cNvPr id="32" name="Oval 31">
            <a:extLst>
              <a:ext uri="{FF2B5EF4-FFF2-40B4-BE49-F238E27FC236}">
                <a16:creationId xmlns:a16="http://schemas.microsoft.com/office/drawing/2014/main" id="{85D33C90-E0E9-4BCC-847B-53431DF7C7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59864" y="2251328"/>
            <a:ext cx="2404893" cy="2404893"/>
          </a:xfrm>
          <a:prstGeom prst="ellipse">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Freeform: Shape 33">
            <a:extLst>
              <a:ext uri="{FF2B5EF4-FFF2-40B4-BE49-F238E27FC236}">
                <a16:creationId xmlns:a16="http://schemas.microsoft.com/office/drawing/2014/main" id="{0743BE1B-E693-47F5-A9BA-46D13E0C97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154502" cy="3640433"/>
          </a:xfrm>
          <a:custGeom>
            <a:avLst/>
            <a:gdLst>
              <a:gd name="connsiteX0" fmla="*/ 428655 w 4154502"/>
              <a:gd name="connsiteY0" fmla="*/ 0 h 3640433"/>
              <a:gd name="connsiteX1" fmla="*/ 3564192 w 4154502"/>
              <a:gd name="connsiteY1" fmla="*/ 0 h 3640433"/>
              <a:gd name="connsiteX2" fmla="*/ 3593704 w 4154502"/>
              <a:gd name="connsiteY2" fmla="*/ 30225 h 3640433"/>
              <a:gd name="connsiteX3" fmla="*/ 4154502 w 4154502"/>
              <a:gd name="connsiteY3" fmla="*/ 1481705 h 3640433"/>
              <a:gd name="connsiteX4" fmla="*/ 1995774 w 4154502"/>
              <a:gd name="connsiteY4" fmla="*/ 3640433 h 3640433"/>
              <a:gd name="connsiteX5" fmla="*/ 6690 w 4154502"/>
              <a:gd name="connsiteY5" fmla="*/ 2321980 h 3640433"/>
              <a:gd name="connsiteX6" fmla="*/ 0 w 4154502"/>
              <a:gd name="connsiteY6" fmla="*/ 2303703 h 3640433"/>
              <a:gd name="connsiteX7" fmla="*/ 0 w 4154502"/>
              <a:gd name="connsiteY7" fmla="*/ 659708 h 3640433"/>
              <a:gd name="connsiteX8" fmla="*/ 6690 w 4154502"/>
              <a:gd name="connsiteY8" fmla="*/ 641431 h 3640433"/>
              <a:gd name="connsiteX9" fmla="*/ 329995 w 4154502"/>
              <a:gd name="connsiteY9" fmla="*/ 108554 h 36404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54502" h="3640433">
                <a:moveTo>
                  <a:pt x="428655" y="0"/>
                </a:moveTo>
                <a:lnTo>
                  <a:pt x="3564192" y="0"/>
                </a:lnTo>
                <a:lnTo>
                  <a:pt x="3593704" y="30225"/>
                </a:lnTo>
                <a:cubicBezTo>
                  <a:pt x="3942138" y="413587"/>
                  <a:pt x="4154502" y="922846"/>
                  <a:pt x="4154502" y="1481705"/>
                </a:cubicBezTo>
                <a:cubicBezTo>
                  <a:pt x="4154502" y="2673938"/>
                  <a:pt x="3188007" y="3640433"/>
                  <a:pt x="1995774" y="3640433"/>
                </a:cubicBezTo>
                <a:cubicBezTo>
                  <a:pt x="1101599" y="3640433"/>
                  <a:pt x="334402" y="3096780"/>
                  <a:pt x="6690" y="2321980"/>
                </a:cubicBezTo>
                <a:lnTo>
                  <a:pt x="0" y="2303703"/>
                </a:lnTo>
                <a:lnTo>
                  <a:pt x="0" y="659708"/>
                </a:lnTo>
                <a:lnTo>
                  <a:pt x="6690" y="641431"/>
                </a:lnTo>
                <a:cubicBezTo>
                  <a:pt x="88618" y="447731"/>
                  <a:pt x="198014" y="268477"/>
                  <a:pt x="329995" y="108554"/>
                </a:cubicBezTo>
                <a:close/>
              </a:path>
            </a:pathLst>
          </a:cu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5" name="Picture 4">
            <a:extLst>
              <a:ext uri="{FF2B5EF4-FFF2-40B4-BE49-F238E27FC236}">
                <a16:creationId xmlns:a16="http://schemas.microsoft.com/office/drawing/2014/main" id="{B75FB4F6-9B1E-A414-4ABB-07BBE8B5B80D}"/>
              </a:ext>
            </a:extLst>
          </p:cNvPr>
          <p:cNvPicPr>
            <a:picLocks noChangeAspect="1"/>
          </p:cNvPicPr>
          <p:nvPr/>
        </p:nvPicPr>
        <p:blipFill>
          <a:blip r:embed="rId3">
            <a:extLst>
              <a:ext uri="{28A0092B-C50C-407E-A947-70E740481C1C}">
                <a14:useLocalDpi xmlns:a14="http://schemas.microsoft.com/office/drawing/2010/main" val="0"/>
              </a:ext>
            </a:extLst>
          </a:blip>
          <a:srcRect r="3" b="15684"/>
          <a:stretch/>
        </p:blipFill>
        <p:spPr>
          <a:xfrm>
            <a:off x="69408" y="10"/>
            <a:ext cx="4317456" cy="3640423"/>
          </a:xfrm>
          <a:custGeom>
            <a:avLst/>
            <a:gdLst/>
            <a:ahLst/>
            <a:cxnLst/>
            <a:rect l="l" t="t" r="r" b="b"/>
            <a:pathLst>
              <a:path w="4317456" h="3640433">
                <a:moveTo>
                  <a:pt x="590312" y="0"/>
                </a:moveTo>
                <a:lnTo>
                  <a:pt x="3727144" y="0"/>
                </a:lnTo>
                <a:lnTo>
                  <a:pt x="3756657" y="30226"/>
                </a:lnTo>
                <a:cubicBezTo>
                  <a:pt x="4105091" y="413588"/>
                  <a:pt x="4317456" y="922847"/>
                  <a:pt x="4317456" y="1481705"/>
                </a:cubicBezTo>
                <a:cubicBezTo>
                  <a:pt x="4317456" y="2673937"/>
                  <a:pt x="3350960" y="3640433"/>
                  <a:pt x="2158728" y="3640433"/>
                </a:cubicBezTo>
                <a:cubicBezTo>
                  <a:pt x="966497" y="3640433"/>
                  <a:pt x="0" y="2673937"/>
                  <a:pt x="0" y="1481705"/>
                </a:cubicBezTo>
                <a:cubicBezTo>
                  <a:pt x="0" y="922847"/>
                  <a:pt x="212365" y="413588"/>
                  <a:pt x="560799" y="30226"/>
                </a:cubicBezTo>
                <a:close/>
              </a:path>
            </a:pathLst>
          </a:custGeom>
        </p:spPr>
      </p:pic>
      <p:grpSp>
        <p:nvGrpSpPr>
          <p:cNvPr id="36" name="Group 35">
            <a:extLst>
              <a:ext uri="{FF2B5EF4-FFF2-40B4-BE49-F238E27FC236}">
                <a16:creationId xmlns:a16="http://schemas.microsoft.com/office/drawing/2014/main" id="{CF5BD426-789C-4E69-83C0-245370E3726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532067" y="294578"/>
            <a:ext cx="302252" cy="1113685"/>
            <a:chOff x="4532067" y="294578"/>
            <a:chExt cx="302252" cy="1113685"/>
          </a:xfrm>
        </p:grpSpPr>
        <p:sp>
          <p:nvSpPr>
            <p:cNvPr id="37" name="Graphic 11">
              <a:extLst>
                <a:ext uri="{FF2B5EF4-FFF2-40B4-BE49-F238E27FC236}">
                  <a16:creationId xmlns:a16="http://schemas.microsoft.com/office/drawing/2014/main" id="{6CB927A4-E432-4310-9CD5-E89FF50631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532067" y="294578"/>
              <a:ext cx="171515" cy="171515"/>
            </a:xfrm>
            <a:custGeom>
              <a:avLst/>
              <a:gdLst>
                <a:gd name="connsiteX0" fmla="*/ 159874 w 171515"/>
                <a:gd name="connsiteY0" fmla="*/ 74116 h 171515"/>
                <a:gd name="connsiteX1" fmla="*/ 97399 w 171515"/>
                <a:gd name="connsiteY1" fmla="*/ 74116 h 171515"/>
                <a:gd name="connsiteX2" fmla="*/ 97399 w 171515"/>
                <a:gd name="connsiteY2" fmla="*/ 11641 h 171515"/>
                <a:gd name="connsiteX3" fmla="*/ 85758 w 171515"/>
                <a:gd name="connsiteY3" fmla="*/ 0 h 171515"/>
                <a:gd name="connsiteX4" fmla="*/ 74116 w 171515"/>
                <a:gd name="connsiteY4" fmla="*/ 11641 h 171515"/>
                <a:gd name="connsiteX5" fmla="*/ 74116 w 171515"/>
                <a:gd name="connsiteY5" fmla="*/ 74116 h 171515"/>
                <a:gd name="connsiteX6" fmla="*/ 11641 w 171515"/>
                <a:gd name="connsiteY6" fmla="*/ 74116 h 171515"/>
                <a:gd name="connsiteX7" fmla="*/ 0 w 171515"/>
                <a:gd name="connsiteY7" fmla="*/ 85758 h 171515"/>
                <a:gd name="connsiteX8" fmla="*/ 11641 w 171515"/>
                <a:gd name="connsiteY8" fmla="*/ 97399 h 171515"/>
                <a:gd name="connsiteX9" fmla="*/ 74116 w 171515"/>
                <a:gd name="connsiteY9" fmla="*/ 97399 h 171515"/>
                <a:gd name="connsiteX10" fmla="*/ 74116 w 171515"/>
                <a:gd name="connsiteY10" fmla="*/ 159874 h 171515"/>
                <a:gd name="connsiteX11" fmla="*/ 85758 w 171515"/>
                <a:gd name="connsiteY11" fmla="*/ 171515 h 171515"/>
                <a:gd name="connsiteX12" fmla="*/ 97399 w 171515"/>
                <a:gd name="connsiteY12" fmla="*/ 159874 h 171515"/>
                <a:gd name="connsiteX13" fmla="*/ 97399 w 171515"/>
                <a:gd name="connsiteY13" fmla="*/ 97399 h 171515"/>
                <a:gd name="connsiteX14" fmla="*/ 159874 w 171515"/>
                <a:gd name="connsiteY14" fmla="*/ 97399 h 171515"/>
                <a:gd name="connsiteX15" fmla="*/ 171515 w 171515"/>
                <a:gd name="connsiteY15" fmla="*/ 85758 h 171515"/>
                <a:gd name="connsiteX16" fmla="*/ 159874 w 171515"/>
                <a:gd name="connsiteY16" fmla="*/ 74116 h 171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1515" h="171515">
                  <a:moveTo>
                    <a:pt x="159874" y="74116"/>
                  </a:moveTo>
                  <a:lnTo>
                    <a:pt x="97399" y="74116"/>
                  </a:lnTo>
                  <a:lnTo>
                    <a:pt x="97399" y="11641"/>
                  </a:lnTo>
                  <a:cubicBezTo>
                    <a:pt x="97399" y="5212"/>
                    <a:pt x="92187" y="0"/>
                    <a:pt x="85758" y="0"/>
                  </a:cubicBezTo>
                  <a:cubicBezTo>
                    <a:pt x="79328" y="0"/>
                    <a:pt x="74116" y="5212"/>
                    <a:pt x="74116" y="11641"/>
                  </a:cubicBezTo>
                  <a:lnTo>
                    <a:pt x="74116" y="74116"/>
                  </a:lnTo>
                  <a:lnTo>
                    <a:pt x="11641" y="74116"/>
                  </a:lnTo>
                  <a:cubicBezTo>
                    <a:pt x="5212" y="74116"/>
                    <a:pt x="0" y="79328"/>
                    <a:pt x="0" y="85758"/>
                  </a:cubicBezTo>
                  <a:cubicBezTo>
                    <a:pt x="0" y="92187"/>
                    <a:pt x="5212" y="97399"/>
                    <a:pt x="11641" y="97399"/>
                  </a:cubicBezTo>
                  <a:lnTo>
                    <a:pt x="74116" y="97399"/>
                  </a:lnTo>
                  <a:lnTo>
                    <a:pt x="74116" y="159874"/>
                  </a:lnTo>
                  <a:cubicBezTo>
                    <a:pt x="74116" y="166303"/>
                    <a:pt x="79328" y="171515"/>
                    <a:pt x="85758" y="171515"/>
                  </a:cubicBezTo>
                  <a:cubicBezTo>
                    <a:pt x="92187" y="171515"/>
                    <a:pt x="97399" y="166303"/>
                    <a:pt x="97399" y="159874"/>
                  </a:cubicBezTo>
                  <a:lnTo>
                    <a:pt x="97399" y="97399"/>
                  </a:lnTo>
                  <a:lnTo>
                    <a:pt x="159874" y="97399"/>
                  </a:lnTo>
                  <a:cubicBezTo>
                    <a:pt x="166303" y="97399"/>
                    <a:pt x="171515" y="92187"/>
                    <a:pt x="171515" y="85758"/>
                  </a:cubicBezTo>
                  <a:cubicBezTo>
                    <a:pt x="171515" y="79328"/>
                    <a:pt x="166303" y="74116"/>
                    <a:pt x="159874" y="74116"/>
                  </a:cubicBezTo>
                  <a:close/>
                </a:path>
              </a:pathLst>
            </a:custGeom>
            <a:solidFill>
              <a:schemeClr val="accent1"/>
            </a:solidFill>
            <a:ln w="776" cap="flat">
              <a:noFill/>
              <a:prstDash val="solid"/>
              <a:miter/>
            </a:ln>
          </p:spPr>
          <p:txBody>
            <a:bodyPr rtlCol="0" anchor="ctr"/>
            <a:lstStyle/>
            <a:p>
              <a:endParaRPr lang="en-US"/>
            </a:p>
          </p:txBody>
        </p:sp>
        <p:sp>
          <p:nvSpPr>
            <p:cNvPr id="38" name="Graphic 10">
              <a:extLst>
                <a:ext uri="{FF2B5EF4-FFF2-40B4-BE49-F238E27FC236}">
                  <a16:creationId xmlns:a16="http://schemas.microsoft.com/office/drawing/2014/main" id="{E3020543-B24B-4EC4-8FFC-8DD88EEA9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21893" y="1295837"/>
              <a:ext cx="112426" cy="112426"/>
            </a:xfrm>
            <a:custGeom>
              <a:avLst/>
              <a:gdLst>
                <a:gd name="connsiteX0" fmla="*/ 112426 w 112426"/>
                <a:gd name="connsiteY0" fmla="*/ 56213 h 112426"/>
                <a:gd name="connsiteX1" fmla="*/ 56213 w 112426"/>
                <a:gd name="connsiteY1" fmla="*/ 112426 h 112426"/>
                <a:gd name="connsiteX2" fmla="*/ 0 w 112426"/>
                <a:gd name="connsiteY2" fmla="*/ 56213 h 112426"/>
                <a:gd name="connsiteX3" fmla="*/ 56213 w 112426"/>
                <a:gd name="connsiteY3" fmla="*/ 0 h 112426"/>
                <a:gd name="connsiteX4" fmla="*/ 112426 w 112426"/>
                <a:gd name="connsiteY4" fmla="*/ 56213 h 1124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426" h="112426">
                  <a:moveTo>
                    <a:pt x="112426" y="56213"/>
                  </a:moveTo>
                  <a:cubicBezTo>
                    <a:pt x="112426" y="87259"/>
                    <a:pt x="87259" y="112426"/>
                    <a:pt x="56213" y="112426"/>
                  </a:cubicBezTo>
                  <a:cubicBezTo>
                    <a:pt x="25167" y="112426"/>
                    <a:pt x="0" y="87259"/>
                    <a:pt x="0" y="56213"/>
                  </a:cubicBezTo>
                  <a:cubicBezTo>
                    <a:pt x="0" y="25167"/>
                    <a:pt x="25167" y="0"/>
                    <a:pt x="56213" y="0"/>
                  </a:cubicBezTo>
                  <a:cubicBezTo>
                    <a:pt x="87259" y="0"/>
                    <a:pt x="112426" y="25167"/>
                    <a:pt x="112426" y="56213"/>
                  </a:cubicBezTo>
                  <a:close/>
                </a:path>
              </a:pathLst>
            </a:custGeom>
            <a:solidFill>
              <a:schemeClr val="accent1"/>
            </a:solidFill>
            <a:ln w="516" cap="flat">
              <a:noFill/>
              <a:prstDash val="solid"/>
              <a:miter/>
            </a:ln>
          </p:spPr>
          <p:txBody>
            <a:bodyPr rtlCol="0" anchor="ctr"/>
            <a:lstStyle/>
            <a:p>
              <a:endParaRPr lang="en-US"/>
            </a:p>
          </p:txBody>
        </p:sp>
      </p:grpSp>
      <p:sp>
        <p:nvSpPr>
          <p:cNvPr id="27" name="Content Placeholder 26">
            <a:extLst>
              <a:ext uri="{FF2B5EF4-FFF2-40B4-BE49-F238E27FC236}">
                <a16:creationId xmlns:a16="http://schemas.microsoft.com/office/drawing/2014/main" id="{F1BEF013-DE31-6A52-DE37-7EBD7B23EB82}"/>
              </a:ext>
            </a:extLst>
          </p:cNvPr>
          <p:cNvSpPr>
            <a:spLocks noGrp="1"/>
          </p:cNvSpPr>
          <p:nvPr>
            <p:ph idx="1"/>
          </p:nvPr>
        </p:nvSpPr>
        <p:spPr>
          <a:xfrm>
            <a:off x="6881745" y="2990818"/>
            <a:ext cx="3971644" cy="2913872"/>
          </a:xfrm>
        </p:spPr>
        <p:txBody>
          <a:bodyPr anchor="t">
            <a:normAutofit/>
          </a:bodyPr>
          <a:lstStyle/>
          <a:p>
            <a:pPr marL="0" indent="0">
              <a:buNone/>
            </a:pPr>
            <a:r>
              <a:rPr lang="en-CA" sz="2000"/>
              <a:t>These are some of the board games that served as inspiration for our game. These game’s mechanics and features have heavy influence in our project.</a:t>
            </a:r>
            <a:endParaRPr lang="en-US" sz="2000"/>
          </a:p>
        </p:txBody>
      </p:sp>
      <p:sp>
        <p:nvSpPr>
          <p:cNvPr id="40" name="Graphic 12">
            <a:extLst>
              <a:ext uri="{FF2B5EF4-FFF2-40B4-BE49-F238E27FC236}">
                <a16:creationId xmlns:a16="http://schemas.microsoft.com/office/drawing/2014/main" id="{1453BF6C-B012-48B7-B4E8-6D7AC7C27D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29914" y="4368981"/>
            <a:ext cx="157545" cy="157545"/>
          </a:xfrm>
          <a:custGeom>
            <a:avLst/>
            <a:gdLst>
              <a:gd name="connsiteX0" fmla="*/ 78773 w 157545"/>
              <a:gd name="connsiteY0" fmla="*/ 23283 h 157545"/>
              <a:gd name="connsiteX1" fmla="*/ 134262 w 157545"/>
              <a:gd name="connsiteY1" fmla="*/ 78773 h 157545"/>
              <a:gd name="connsiteX2" fmla="*/ 78773 w 157545"/>
              <a:gd name="connsiteY2" fmla="*/ 134262 h 157545"/>
              <a:gd name="connsiteX3" fmla="*/ 23283 w 157545"/>
              <a:gd name="connsiteY3" fmla="*/ 78773 h 157545"/>
              <a:gd name="connsiteX4" fmla="*/ 78773 w 157545"/>
              <a:gd name="connsiteY4" fmla="*/ 23283 h 157545"/>
              <a:gd name="connsiteX5" fmla="*/ 78773 w 157545"/>
              <a:gd name="connsiteY5" fmla="*/ 0 h 157545"/>
              <a:gd name="connsiteX6" fmla="*/ 0 w 157545"/>
              <a:gd name="connsiteY6" fmla="*/ 78773 h 157545"/>
              <a:gd name="connsiteX7" fmla="*/ 78773 w 157545"/>
              <a:gd name="connsiteY7" fmla="*/ 157545 h 157545"/>
              <a:gd name="connsiteX8" fmla="*/ 157545 w 157545"/>
              <a:gd name="connsiteY8" fmla="*/ 78773 h 157545"/>
              <a:gd name="connsiteX9" fmla="*/ 78773 w 157545"/>
              <a:gd name="connsiteY9" fmla="*/ 0 h 1575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7545" h="157545">
                <a:moveTo>
                  <a:pt x="78773" y="23283"/>
                </a:moveTo>
                <a:cubicBezTo>
                  <a:pt x="109419" y="23283"/>
                  <a:pt x="134262" y="48126"/>
                  <a:pt x="134262" y="78773"/>
                </a:cubicBezTo>
                <a:cubicBezTo>
                  <a:pt x="134262" y="109419"/>
                  <a:pt x="109419" y="134262"/>
                  <a:pt x="78773" y="134262"/>
                </a:cubicBezTo>
                <a:cubicBezTo>
                  <a:pt x="48126" y="134262"/>
                  <a:pt x="23283" y="109419"/>
                  <a:pt x="23283" y="78773"/>
                </a:cubicBezTo>
                <a:cubicBezTo>
                  <a:pt x="23312" y="48139"/>
                  <a:pt x="48139" y="23312"/>
                  <a:pt x="78773" y="23283"/>
                </a:cubicBezTo>
                <a:moveTo>
                  <a:pt x="78773" y="0"/>
                </a:moveTo>
                <a:cubicBezTo>
                  <a:pt x="35268" y="0"/>
                  <a:pt x="0" y="35268"/>
                  <a:pt x="0" y="78773"/>
                </a:cubicBezTo>
                <a:cubicBezTo>
                  <a:pt x="0" y="122277"/>
                  <a:pt x="35268" y="157545"/>
                  <a:pt x="78773" y="157545"/>
                </a:cubicBezTo>
                <a:cubicBezTo>
                  <a:pt x="122277" y="157545"/>
                  <a:pt x="157545" y="122277"/>
                  <a:pt x="157545" y="78773"/>
                </a:cubicBezTo>
                <a:cubicBezTo>
                  <a:pt x="157545" y="35268"/>
                  <a:pt x="122277" y="0"/>
                  <a:pt x="78773" y="0"/>
                </a:cubicBezTo>
                <a:close/>
              </a:path>
            </a:pathLst>
          </a:custGeom>
          <a:solidFill>
            <a:schemeClr val="accent1"/>
          </a:solidFill>
          <a:ln w="751"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D0F14822-B1F1-4730-A131-C3416A790B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37441" y="3942512"/>
            <a:ext cx="3238728" cy="2915488"/>
          </a:xfrm>
          <a:custGeom>
            <a:avLst/>
            <a:gdLst>
              <a:gd name="connsiteX0" fmla="*/ 1619364 w 3238728"/>
              <a:gd name="connsiteY0" fmla="*/ 0 h 2915488"/>
              <a:gd name="connsiteX1" fmla="*/ 3238728 w 3238728"/>
              <a:gd name="connsiteY1" fmla="*/ 1619364 h 2915488"/>
              <a:gd name="connsiteX2" fmla="*/ 2649430 w 3238728"/>
              <a:gd name="connsiteY2" fmla="*/ 2868944 h 2915488"/>
              <a:gd name="connsiteX3" fmla="*/ 2587188 w 3238728"/>
              <a:gd name="connsiteY3" fmla="*/ 2915488 h 2915488"/>
              <a:gd name="connsiteX4" fmla="*/ 651541 w 3238728"/>
              <a:gd name="connsiteY4" fmla="*/ 2915488 h 2915488"/>
              <a:gd name="connsiteX5" fmla="*/ 589298 w 3238728"/>
              <a:gd name="connsiteY5" fmla="*/ 2868944 h 2915488"/>
              <a:gd name="connsiteX6" fmla="*/ 0 w 3238728"/>
              <a:gd name="connsiteY6" fmla="*/ 1619364 h 2915488"/>
              <a:gd name="connsiteX7" fmla="*/ 1619364 w 3238728"/>
              <a:gd name="connsiteY7" fmla="*/ 0 h 2915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238728" h="2915488">
                <a:moveTo>
                  <a:pt x="1619364" y="0"/>
                </a:moveTo>
                <a:cubicBezTo>
                  <a:pt x="2513714" y="0"/>
                  <a:pt x="3238728" y="725014"/>
                  <a:pt x="3238728" y="1619364"/>
                </a:cubicBezTo>
                <a:cubicBezTo>
                  <a:pt x="3238728" y="2122436"/>
                  <a:pt x="3009329" y="2571929"/>
                  <a:pt x="2649430" y="2868944"/>
                </a:cubicBezTo>
                <a:lnTo>
                  <a:pt x="2587188" y="2915488"/>
                </a:lnTo>
                <a:lnTo>
                  <a:pt x="651541" y="2915488"/>
                </a:lnTo>
                <a:lnTo>
                  <a:pt x="589298" y="2868944"/>
                </a:lnTo>
                <a:cubicBezTo>
                  <a:pt x="229399" y="2571929"/>
                  <a:pt x="0" y="2122436"/>
                  <a:pt x="0" y="1619364"/>
                </a:cubicBezTo>
                <a:cubicBezTo>
                  <a:pt x="0" y="725014"/>
                  <a:pt x="725014" y="0"/>
                  <a:pt x="1619364" y="0"/>
                </a:cubicBezTo>
                <a:close/>
              </a:path>
            </a:pathLst>
          </a:cu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Content Placeholder 3">
            <a:extLst>
              <a:ext uri="{FF2B5EF4-FFF2-40B4-BE49-F238E27FC236}">
                <a16:creationId xmlns:a16="http://schemas.microsoft.com/office/drawing/2014/main" id="{31AF8375-08E0-9073-9D30-BC5654138073}"/>
              </a:ext>
            </a:extLst>
          </p:cNvPr>
          <p:cNvPicPr>
            <a:picLocks noChangeAspect="1"/>
          </p:cNvPicPr>
          <p:nvPr/>
        </p:nvPicPr>
        <p:blipFill>
          <a:blip r:embed="rId4">
            <a:extLst>
              <a:ext uri="{28A0092B-C50C-407E-A947-70E740481C1C}">
                <a14:useLocalDpi xmlns:a14="http://schemas.microsoft.com/office/drawing/2010/main" val="0"/>
              </a:ext>
            </a:extLst>
          </a:blip>
          <a:srcRect r="-2" b="9978"/>
          <a:stretch/>
        </p:blipFill>
        <p:spPr>
          <a:xfrm>
            <a:off x="1354013" y="3942512"/>
            <a:ext cx="3238727" cy="2915488"/>
          </a:xfrm>
          <a:custGeom>
            <a:avLst/>
            <a:gdLst/>
            <a:ahLst/>
            <a:cxnLst/>
            <a:rect l="l" t="t" r="r" b="b"/>
            <a:pathLst>
              <a:path w="3238727" h="2915488">
                <a:moveTo>
                  <a:pt x="1619364" y="0"/>
                </a:moveTo>
                <a:cubicBezTo>
                  <a:pt x="2513714" y="0"/>
                  <a:pt x="3238727" y="725014"/>
                  <a:pt x="3238727" y="1619364"/>
                </a:cubicBezTo>
                <a:cubicBezTo>
                  <a:pt x="3238727" y="2122436"/>
                  <a:pt x="3009328" y="2571928"/>
                  <a:pt x="2649429" y="2868943"/>
                </a:cubicBezTo>
                <a:lnTo>
                  <a:pt x="2587186" y="2915488"/>
                </a:lnTo>
                <a:lnTo>
                  <a:pt x="651541" y="2915488"/>
                </a:lnTo>
                <a:lnTo>
                  <a:pt x="589298" y="2868943"/>
                </a:lnTo>
                <a:cubicBezTo>
                  <a:pt x="229399" y="2571928"/>
                  <a:pt x="0" y="2122436"/>
                  <a:pt x="0" y="1619364"/>
                </a:cubicBezTo>
                <a:cubicBezTo>
                  <a:pt x="0" y="725014"/>
                  <a:pt x="725014" y="0"/>
                  <a:pt x="1619364" y="0"/>
                </a:cubicBezTo>
                <a:close/>
              </a:path>
            </a:pathLst>
          </a:custGeom>
        </p:spPr>
      </p:pic>
      <p:pic>
        <p:nvPicPr>
          <p:cNvPr id="6" name="Content Placeholder 5">
            <a:extLst>
              <a:ext uri="{FF2B5EF4-FFF2-40B4-BE49-F238E27FC236}">
                <a16:creationId xmlns:a16="http://schemas.microsoft.com/office/drawing/2014/main" id="{638C955F-F5CC-F0FC-8216-A1873359ECC1}"/>
              </a:ext>
            </a:extLst>
          </p:cNvPr>
          <p:cNvPicPr>
            <a:picLocks noChangeAspect="1"/>
          </p:cNvPicPr>
          <p:nvPr/>
        </p:nvPicPr>
        <p:blipFill>
          <a:blip r:embed="rId5">
            <a:extLst>
              <a:ext uri="{28A0092B-C50C-407E-A947-70E740481C1C}">
                <a14:useLocalDpi xmlns:a14="http://schemas.microsoft.com/office/drawing/2010/main" val="0"/>
              </a:ext>
            </a:extLst>
          </a:blip>
          <a:srcRect l="8679" r="2064" b="-7"/>
          <a:stretch/>
        </p:blipFill>
        <p:spPr>
          <a:xfrm>
            <a:off x="4175869" y="2271459"/>
            <a:ext cx="2367798" cy="2367798"/>
          </a:xfrm>
          <a:custGeom>
            <a:avLst/>
            <a:gdLst/>
            <a:ahLst/>
            <a:cxnLst/>
            <a:rect l="l" t="t" r="r" b="b"/>
            <a:pathLst>
              <a:path w="2367798" h="2367798">
                <a:moveTo>
                  <a:pt x="1183899" y="0"/>
                </a:moveTo>
                <a:cubicBezTo>
                  <a:pt x="1837748" y="0"/>
                  <a:pt x="2367798" y="530050"/>
                  <a:pt x="2367798" y="1183899"/>
                </a:cubicBezTo>
                <a:cubicBezTo>
                  <a:pt x="2367798" y="1837748"/>
                  <a:pt x="1837748" y="2367798"/>
                  <a:pt x="1183899" y="2367798"/>
                </a:cubicBezTo>
                <a:cubicBezTo>
                  <a:pt x="530050" y="2367798"/>
                  <a:pt x="0" y="1837748"/>
                  <a:pt x="0" y="1183899"/>
                </a:cubicBezTo>
                <a:cubicBezTo>
                  <a:pt x="0" y="530050"/>
                  <a:pt x="530050" y="0"/>
                  <a:pt x="1183899" y="0"/>
                </a:cubicBezTo>
                <a:close/>
              </a:path>
            </a:pathLst>
          </a:custGeom>
        </p:spPr>
      </p:pic>
      <p:cxnSp>
        <p:nvCxnSpPr>
          <p:cNvPr id="44" name="Straight Connector 43">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9775929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9228552E-C8B1-4A80-8448-0787CE0FC7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a:extLst>
              <a:ext uri="{FF2B5EF4-FFF2-40B4-BE49-F238E27FC236}">
                <a16:creationId xmlns:a16="http://schemas.microsoft.com/office/drawing/2014/main" id="{61F8E14D-9524-696F-9439-B914FC19A88F}"/>
              </a:ext>
            </a:extLst>
          </p:cNvPr>
          <p:cNvPicPr>
            <a:picLocks noChangeAspect="1"/>
          </p:cNvPicPr>
          <p:nvPr/>
        </p:nvPicPr>
        <p:blipFill>
          <a:blip r:embed="rId3">
            <a:alphaModFix amt="35000"/>
          </a:blip>
          <a:srcRect t="7810" b="7921"/>
          <a:stretch/>
        </p:blipFill>
        <p:spPr>
          <a:xfrm>
            <a:off x="20" y="10"/>
            <a:ext cx="12191980" cy="6857990"/>
          </a:xfrm>
          <a:prstGeom prst="rect">
            <a:avLst/>
          </a:prstGeom>
        </p:spPr>
      </p:pic>
      <p:sp>
        <p:nvSpPr>
          <p:cNvPr id="2" name="Title 1">
            <a:extLst>
              <a:ext uri="{FF2B5EF4-FFF2-40B4-BE49-F238E27FC236}">
                <a16:creationId xmlns:a16="http://schemas.microsoft.com/office/drawing/2014/main" id="{988AFE55-AC80-2C68-07DD-13A6BBB95AD2}"/>
              </a:ext>
            </a:extLst>
          </p:cNvPr>
          <p:cNvSpPr>
            <a:spLocks noGrp="1"/>
          </p:cNvSpPr>
          <p:nvPr>
            <p:ph type="title"/>
          </p:nvPr>
        </p:nvSpPr>
        <p:spPr>
          <a:xfrm>
            <a:off x="838200" y="365125"/>
            <a:ext cx="10515600" cy="1325563"/>
          </a:xfrm>
        </p:spPr>
        <p:txBody>
          <a:bodyPr>
            <a:normAutofit/>
          </a:bodyPr>
          <a:lstStyle/>
          <a:p>
            <a:r>
              <a:rPr lang="en-US">
                <a:solidFill>
                  <a:srgbClr val="FFFFFF"/>
                </a:solidFill>
              </a:rPr>
              <a:t>Motivation – why we chose this</a:t>
            </a:r>
          </a:p>
        </p:txBody>
      </p:sp>
      <p:graphicFrame>
        <p:nvGraphicFramePr>
          <p:cNvPr id="5" name="Content Placeholder 2">
            <a:extLst>
              <a:ext uri="{FF2B5EF4-FFF2-40B4-BE49-F238E27FC236}">
                <a16:creationId xmlns:a16="http://schemas.microsoft.com/office/drawing/2014/main" id="{B57FA9A8-98FA-D592-9E87-9E7B25BDEABE}"/>
              </a:ext>
            </a:extLst>
          </p:cNvPr>
          <p:cNvGraphicFramePr>
            <a:graphicFrameLocks noGrp="1"/>
          </p:cNvGraphicFramePr>
          <p:nvPr>
            <p:ph idx="1"/>
            <p:extLst>
              <p:ext uri="{D42A27DB-BD31-4B8C-83A1-F6EECF244321}">
                <p14:modId xmlns:p14="http://schemas.microsoft.com/office/powerpoint/2010/main" val="205327358"/>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198774309"/>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FBEDE6-3A20-06C0-A89C-71844D0DB233}"/>
              </a:ext>
            </a:extLst>
          </p:cNvPr>
          <p:cNvSpPr>
            <a:spLocks noGrp="1"/>
          </p:cNvSpPr>
          <p:nvPr>
            <p:ph type="title"/>
          </p:nvPr>
        </p:nvSpPr>
        <p:spPr>
          <a:xfrm>
            <a:off x="761803" y="350196"/>
            <a:ext cx="4646904" cy="1624520"/>
          </a:xfrm>
        </p:spPr>
        <p:txBody>
          <a:bodyPr anchor="ctr">
            <a:normAutofit/>
          </a:bodyPr>
          <a:lstStyle/>
          <a:p>
            <a:r>
              <a:rPr lang="en-US" sz="4000"/>
              <a:t>Problem Statement</a:t>
            </a:r>
            <a:br>
              <a:rPr lang="en-US" sz="4000"/>
            </a:br>
            <a:endParaRPr lang="en-US" sz="4000"/>
          </a:p>
        </p:txBody>
      </p:sp>
      <p:sp>
        <p:nvSpPr>
          <p:cNvPr id="3" name="Content Placeholder 2">
            <a:extLst>
              <a:ext uri="{FF2B5EF4-FFF2-40B4-BE49-F238E27FC236}">
                <a16:creationId xmlns:a16="http://schemas.microsoft.com/office/drawing/2014/main" id="{68F85A70-3174-35FD-5C28-D368622BE349}"/>
              </a:ext>
            </a:extLst>
          </p:cNvPr>
          <p:cNvSpPr>
            <a:spLocks noGrp="1"/>
          </p:cNvSpPr>
          <p:nvPr>
            <p:ph idx="1"/>
          </p:nvPr>
        </p:nvSpPr>
        <p:spPr>
          <a:xfrm>
            <a:off x="724547" y="1974716"/>
            <a:ext cx="4646905" cy="3613149"/>
          </a:xfrm>
        </p:spPr>
        <p:txBody>
          <a:bodyPr anchor="ctr">
            <a:normAutofit/>
          </a:bodyPr>
          <a:lstStyle/>
          <a:p>
            <a:r>
              <a:rPr lang="en-CA" sz="2000" kern="100">
                <a:effectLst/>
                <a:latin typeface="Times New Roman" panose="02020603050405020304" pitchFamily="18" charset="0"/>
                <a:ea typeface="Aptos" panose="020B0004020202020204" pitchFamily="34" charset="0"/>
                <a:cs typeface="Times New Roman" panose="02020603050405020304" pitchFamily="18" charset="0"/>
              </a:rPr>
              <a:t>Our goal was to design and develop a fun, engaging board game that targets individuals aged 7-19. We aim to deliver a game that is simple to understand yet filled with enjoyable surprises, challenges, and interactive elements to keep players entertained during their free time.</a:t>
            </a:r>
            <a:endParaRPr lang="en-CA" sz="2000" kern="100">
              <a:effectLst/>
              <a:latin typeface="Aptos" panose="020B0004020202020204" pitchFamily="34" charset="0"/>
              <a:ea typeface="Aptos" panose="020B0004020202020204" pitchFamily="34" charset="0"/>
              <a:cs typeface="Times New Roman" panose="02020603050405020304" pitchFamily="18" charset="0"/>
            </a:endParaRPr>
          </a:p>
          <a:p>
            <a:endParaRPr lang="en-US" sz="2000"/>
          </a:p>
        </p:txBody>
      </p:sp>
      <p:pic>
        <p:nvPicPr>
          <p:cNvPr id="5" name="Picture 4">
            <a:extLst>
              <a:ext uri="{FF2B5EF4-FFF2-40B4-BE49-F238E27FC236}">
                <a16:creationId xmlns:a16="http://schemas.microsoft.com/office/drawing/2014/main" id="{63EFAE99-91B3-768E-CECB-203C25B89C42}"/>
              </a:ext>
            </a:extLst>
          </p:cNvPr>
          <p:cNvPicPr>
            <a:picLocks noChangeAspect="1"/>
          </p:cNvPicPr>
          <p:nvPr/>
        </p:nvPicPr>
        <p:blipFill>
          <a:blip r:embed="rId3"/>
          <a:srcRect l="21379" r="19444"/>
          <a:stretch/>
        </p:blipFill>
        <p:spPr>
          <a:xfrm>
            <a:off x="6096000" y="1"/>
            <a:ext cx="6102825" cy="6858000"/>
          </a:xfrm>
          <a:prstGeom prst="rect">
            <a:avLst/>
          </a:prstGeom>
        </p:spPr>
      </p:pic>
    </p:spTree>
    <p:extLst>
      <p:ext uri="{BB962C8B-B14F-4D97-AF65-F5344CB8AC3E}">
        <p14:creationId xmlns:p14="http://schemas.microsoft.com/office/powerpoint/2010/main" val="189046787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DBC8166-481C-4473-95F5-9A5B9073B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A5A5CE6E-90AF-4D43-A014-1F9EC83EB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4512467" cy="6858000"/>
          </a:xfrm>
          <a:custGeom>
            <a:avLst/>
            <a:gdLst>
              <a:gd name="connsiteX0" fmla="*/ 0 w 4512467"/>
              <a:gd name="connsiteY0" fmla="*/ 0 h 6858000"/>
              <a:gd name="connsiteX1" fmla="*/ 2579526 w 4512467"/>
              <a:gd name="connsiteY1" fmla="*/ 0 h 6858000"/>
              <a:gd name="connsiteX2" fmla="*/ 2583267 w 4512467"/>
              <a:gd name="connsiteY2" fmla="*/ 2151 h 6858000"/>
              <a:gd name="connsiteX3" fmla="*/ 4512467 w 4512467"/>
              <a:gd name="connsiteY3" fmla="*/ 3429000 h 6858000"/>
              <a:gd name="connsiteX4" fmla="*/ 2583267 w 4512467"/>
              <a:gd name="connsiteY4" fmla="*/ 6855849 h 6858000"/>
              <a:gd name="connsiteX5" fmla="*/ 2579526 w 4512467"/>
              <a:gd name="connsiteY5" fmla="*/ 6858000 h 6858000"/>
              <a:gd name="connsiteX6" fmla="*/ 0 w 451246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512467" h="6858000">
                <a:moveTo>
                  <a:pt x="0" y="0"/>
                </a:moveTo>
                <a:lnTo>
                  <a:pt x="2579526" y="0"/>
                </a:lnTo>
                <a:lnTo>
                  <a:pt x="2583267" y="2151"/>
                </a:lnTo>
                <a:cubicBezTo>
                  <a:pt x="3739868" y="704919"/>
                  <a:pt x="4512467" y="1976735"/>
                  <a:pt x="4512467" y="3429000"/>
                </a:cubicBezTo>
                <a:cubicBezTo>
                  <a:pt x="4512467" y="4881266"/>
                  <a:pt x="3739868" y="6153081"/>
                  <a:pt x="2583267" y="6855849"/>
                </a:cubicBezTo>
                <a:lnTo>
                  <a:pt x="2579526"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bg1"/>
              </a:solidFill>
            </a:endParaRPr>
          </a:p>
        </p:txBody>
      </p:sp>
      <p:sp>
        <p:nvSpPr>
          <p:cNvPr id="2" name="Title 1">
            <a:extLst>
              <a:ext uri="{FF2B5EF4-FFF2-40B4-BE49-F238E27FC236}">
                <a16:creationId xmlns:a16="http://schemas.microsoft.com/office/drawing/2014/main" id="{D6BD1F79-CA94-9B1F-660C-923F548F108E}"/>
              </a:ext>
            </a:extLst>
          </p:cNvPr>
          <p:cNvSpPr>
            <a:spLocks noGrp="1"/>
          </p:cNvSpPr>
          <p:nvPr>
            <p:ph type="title"/>
          </p:nvPr>
        </p:nvSpPr>
        <p:spPr>
          <a:xfrm>
            <a:off x="838200" y="643467"/>
            <a:ext cx="2951205" cy="5571066"/>
          </a:xfrm>
        </p:spPr>
        <p:txBody>
          <a:bodyPr>
            <a:normAutofit/>
          </a:bodyPr>
          <a:lstStyle/>
          <a:p>
            <a:r>
              <a:rPr lang="en-CA" sz="3400">
                <a:solidFill>
                  <a:srgbClr val="FFFFFF"/>
                </a:solidFill>
              </a:rPr>
              <a:t>Solution Strategy and Implementation</a:t>
            </a:r>
            <a:endParaRPr lang="en-US" sz="3400">
              <a:solidFill>
                <a:srgbClr val="FFFFFF"/>
              </a:solidFill>
            </a:endParaRPr>
          </a:p>
        </p:txBody>
      </p:sp>
      <p:graphicFrame>
        <p:nvGraphicFramePr>
          <p:cNvPr id="5" name="Content Placeholder 2">
            <a:extLst>
              <a:ext uri="{FF2B5EF4-FFF2-40B4-BE49-F238E27FC236}">
                <a16:creationId xmlns:a16="http://schemas.microsoft.com/office/drawing/2014/main" id="{46DD8225-213B-20F4-FDA2-84C46CC052A5}"/>
              </a:ext>
            </a:extLst>
          </p:cNvPr>
          <p:cNvGraphicFramePr>
            <a:graphicFrameLocks noGrp="1"/>
          </p:cNvGraphicFramePr>
          <p:nvPr>
            <p:ph idx="1"/>
            <p:extLst>
              <p:ext uri="{D42A27DB-BD31-4B8C-83A1-F6EECF244321}">
                <p14:modId xmlns:p14="http://schemas.microsoft.com/office/powerpoint/2010/main" val="2727924323"/>
              </p:ext>
            </p:extLst>
          </p:nvPr>
        </p:nvGraphicFramePr>
        <p:xfrm>
          <a:off x="5207640" y="643466"/>
          <a:ext cx="6291714" cy="55307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753285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089720-0F75-4EE2-D37C-0D1FC6859BE8}"/>
              </a:ext>
            </a:extLst>
          </p:cNvPr>
          <p:cNvSpPr>
            <a:spLocks noGrp="1"/>
          </p:cNvSpPr>
          <p:nvPr>
            <p:ph type="title"/>
          </p:nvPr>
        </p:nvSpPr>
        <p:spPr>
          <a:xfrm>
            <a:off x="761803" y="350196"/>
            <a:ext cx="4646904" cy="1624520"/>
          </a:xfrm>
        </p:spPr>
        <p:txBody>
          <a:bodyPr anchor="ctr">
            <a:normAutofit/>
          </a:bodyPr>
          <a:lstStyle/>
          <a:p>
            <a:r>
              <a:rPr lang="en-US" sz="4000"/>
              <a:t>Experimental Framework</a:t>
            </a:r>
          </a:p>
        </p:txBody>
      </p:sp>
      <p:sp>
        <p:nvSpPr>
          <p:cNvPr id="3" name="Content Placeholder 2">
            <a:extLst>
              <a:ext uri="{FF2B5EF4-FFF2-40B4-BE49-F238E27FC236}">
                <a16:creationId xmlns:a16="http://schemas.microsoft.com/office/drawing/2014/main" id="{46D888B9-B3E4-E4AD-5327-5369403B7168}"/>
              </a:ext>
            </a:extLst>
          </p:cNvPr>
          <p:cNvSpPr>
            <a:spLocks noGrp="1"/>
          </p:cNvSpPr>
          <p:nvPr>
            <p:ph idx="1"/>
          </p:nvPr>
        </p:nvSpPr>
        <p:spPr>
          <a:xfrm>
            <a:off x="724547" y="2342445"/>
            <a:ext cx="4646905" cy="4284133"/>
          </a:xfrm>
        </p:spPr>
        <p:txBody>
          <a:bodyPr anchor="ctr">
            <a:noAutofit/>
          </a:bodyPr>
          <a:lstStyle/>
          <a:p>
            <a:r>
              <a:rPr lang="en-US" sz="1500" kern="100">
                <a:effectLst/>
                <a:latin typeface="Times New Roman" panose="02020603050405020304" pitchFamily="18" charset="0"/>
                <a:ea typeface="Aptos" panose="020B0004020202020204" pitchFamily="34" charset="0"/>
                <a:cs typeface="Times New Roman" panose="02020603050405020304" pitchFamily="18" charset="0"/>
              </a:rPr>
              <a:t>We ended up creating a list of all the essential features and elements we wanted in the game, and from there, we took turns tackling different tasks.</a:t>
            </a:r>
            <a:r>
              <a:rPr lang="en-CA" sz="1500" kern="100">
                <a:effectLst/>
                <a:latin typeface="Times New Roman" panose="02020603050405020304" pitchFamily="18" charset="0"/>
                <a:ea typeface="Aptos" panose="020B0004020202020204" pitchFamily="34" charset="0"/>
                <a:cs typeface="Times New Roman" panose="02020603050405020304" pitchFamily="18" charset="0"/>
              </a:rPr>
              <a:t> </a:t>
            </a:r>
            <a:r>
              <a:rPr lang="en-US" sz="1500" kern="100">
                <a:effectLst/>
                <a:latin typeface="Times New Roman" panose="02020603050405020304" pitchFamily="18" charset="0"/>
                <a:ea typeface="Aptos" panose="020B0004020202020204" pitchFamily="34" charset="0"/>
                <a:cs typeface="Times New Roman" panose="02020603050405020304" pitchFamily="18" charset="0"/>
              </a:rPr>
              <a:t>One major obstacle was that our coding styles differed significantly, leading to clashes between our code when integrating different parts. This resulted in constant debugging every time a new component was added, slowing down our progress. Eventually, we had to simplify our original concept, removing mini-games and focusing on making the core board game functional and fun. We experimented with ideas like integrating a snake-style mini-game but decided against it after realizing it would require more lines of code than the main game itself. In the end, we kept action cards with different types — point cards, automated movement cards, and more — to keep gameplay interesting without overcomplicating development. Despite the setbacks, we managed to finish with a working, enjoyable game.</a:t>
            </a:r>
            <a:endParaRPr lang="en-CA" sz="1500" kern="10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descr="Computer script on a screen">
            <a:extLst>
              <a:ext uri="{FF2B5EF4-FFF2-40B4-BE49-F238E27FC236}">
                <a16:creationId xmlns:a16="http://schemas.microsoft.com/office/drawing/2014/main" id="{8EE04ACF-7EDF-F9B3-345E-6E3433F88DA4}"/>
              </a:ext>
            </a:extLst>
          </p:cNvPr>
          <p:cNvPicPr>
            <a:picLocks noChangeAspect="1"/>
          </p:cNvPicPr>
          <p:nvPr/>
        </p:nvPicPr>
        <p:blipFill>
          <a:blip r:embed="rId3"/>
          <a:srcRect l="414" r="40186" b="-2"/>
          <a:stretch/>
        </p:blipFill>
        <p:spPr>
          <a:xfrm>
            <a:off x="6096000" y="1"/>
            <a:ext cx="6102825" cy="6858000"/>
          </a:xfrm>
          <a:prstGeom prst="rect">
            <a:avLst/>
          </a:prstGeom>
        </p:spPr>
      </p:pic>
    </p:spTree>
    <p:extLst>
      <p:ext uri="{BB962C8B-B14F-4D97-AF65-F5344CB8AC3E}">
        <p14:creationId xmlns:p14="http://schemas.microsoft.com/office/powerpoint/2010/main" val="4114709094"/>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Down Arrow 7">
            <a:extLst>
              <a:ext uri="{FF2B5EF4-FFF2-40B4-BE49-F238E27FC236}">
                <a16:creationId xmlns:a16="http://schemas.microsoft.com/office/drawing/2014/main" id="{D4771268-CB57-404A-9271-370EB28F6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800100" y="1491343"/>
            <a:ext cx="3333749" cy="3499103"/>
          </a:xfrm>
          <a:prstGeom prst="downArrow">
            <a:avLst>
              <a:gd name="adj1" fmla="val 100000"/>
              <a:gd name="adj2" fmla="val 15788"/>
            </a:avLst>
          </a:prstGeom>
          <a:solidFill>
            <a:srgbClr val="404040"/>
          </a:solidFill>
          <a:ln w="539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E8BEEED-FB40-62A4-FD56-BEB4932E4BF3}"/>
              </a:ext>
            </a:extLst>
          </p:cNvPr>
          <p:cNvSpPr>
            <a:spLocks noGrp="1"/>
          </p:cNvSpPr>
          <p:nvPr>
            <p:ph type="title"/>
          </p:nvPr>
        </p:nvSpPr>
        <p:spPr>
          <a:xfrm>
            <a:off x="1028700" y="1967266"/>
            <a:ext cx="2628900" cy="2547257"/>
          </a:xfrm>
          <a:noFill/>
        </p:spPr>
        <p:txBody>
          <a:bodyPr vert="horz" lIns="91440" tIns="45720" rIns="91440" bIns="45720" rtlCol="0" anchor="ctr">
            <a:normAutofit/>
          </a:bodyPr>
          <a:lstStyle/>
          <a:p>
            <a:pPr algn="ctr"/>
            <a:r>
              <a:rPr lang="en-US" sz="3600" kern="1200">
                <a:solidFill>
                  <a:srgbClr val="FFFFFF"/>
                </a:solidFill>
                <a:latin typeface="+mj-lt"/>
                <a:ea typeface="+mj-ea"/>
                <a:cs typeface="+mj-cs"/>
              </a:rPr>
              <a:t>Timeline of Activities</a:t>
            </a:r>
          </a:p>
        </p:txBody>
      </p:sp>
      <p:pic>
        <p:nvPicPr>
          <p:cNvPr id="5" name="Content Placeholder 4">
            <a:extLst>
              <a:ext uri="{FF2B5EF4-FFF2-40B4-BE49-F238E27FC236}">
                <a16:creationId xmlns:a16="http://schemas.microsoft.com/office/drawing/2014/main" id="{4445179B-0E83-D781-E29C-DA40F9664CA2}"/>
              </a:ext>
            </a:extLst>
          </p:cNvPr>
          <p:cNvPicPr>
            <a:picLocks noGrp="1" noChangeAspect="1"/>
          </p:cNvPicPr>
          <p:nvPr>
            <p:ph idx="1"/>
          </p:nvPr>
        </p:nvPicPr>
        <p:blipFill>
          <a:blip r:embed="rId3"/>
          <a:stretch>
            <a:fillRect/>
          </a:stretch>
        </p:blipFill>
        <p:spPr>
          <a:xfrm>
            <a:off x="5107919" y="643466"/>
            <a:ext cx="6119493" cy="5568739"/>
          </a:xfrm>
          <a:prstGeom prst="rect">
            <a:avLst/>
          </a:prstGeom>
        </p:spPr>
      </p:pic>
    </p:spTree>
    <p:extLst>
      <p:ext uri="{BB962C8B-B14F-4D97-AF65-F5344CB8AC3E}">
        <p14:creationId xmlns:p14="http://schemas.microsoft.com/office/powerpoint/2010/main" val="86810276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3DA8D-9711-376E-B631-2AB880587AB0}"/>
              </a:ext>
            </a:extLst>
          </p:cNvPr>
          <p:cNvSpPr>
            <a:spLocks noGrp="1"/>
          </p:cNvSpPr>
          <p:nvPr>
            <p:ph type="title"/>
          </p:nvPr>
        </p:nvSpPr>
        <p:spPr>
          <a:xfrm>
            <a:off x="5868557" y="1138036"/>
            <a:ext cx="5444382" cy="1402470"/>
          </a:xfrm>
        </p:spPr>
        <p:txBody>
          <a:bodyPr anchor="t">
            <a:normAutofit/>
          </a:bodyPr>
          <a:lstStyle/>
          <a:p>
            <a:r>
              <a:rPr lang="en-CA" sz="3200"/>
              <a:t>Future work</a:t>
            </a:r>
            <a:endParaRPr lang="en-US" sz="3200"/>
          </a:p>
        </p:txBody>
      </p:sp>
      <p:pic>
        <p:nvPicPr>
          <p:cNvPr id="5" name="Picture 4" descr="A stack of dice on a boardgame">
            <a:extLst>
              <a:ext uri="{FF2B5EF4-FFF2-40B4-BE49-F238E27FC236}">
                <a16:creationId xmlns:a16="http://schemas.microsoft.com/office/drawing/2014/main" id="{96040FDF-2A66-E99B-8883-5AD1977F8EF6}"/>
              </a:ext>
            </a:extLst>
          </p:cNvPr>
          <p:cNvPicPr>
            <a:picLocks noChangeAspect="1"/>
          </p:cNvPicPr>
          <p:nvPr/>
        </p:nvPicPr>
        <p:blipFill>
          <a:blip r:embed="rId2"/>
          <a:srcRect l="6589" r="18299"/>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5A4729E-276A-B0BA-77E3-1F86C6BB386A}"/>
              </a:ext>
            </a:extLst>
          </p:cNvPr>
          <p:cNvSpPr>
            <a:spLocks noGrp="1"/>
          </p:cNvSpPr>
          <p:nvPr>
            <p:ph idx="1"/>
          </p:nvPr>
        </p:nvSpPr>
        <p:spPr>
          <a:xfrm>
            <a:off x="5868557" y="2551176"/>
            <a:ext cx="5444382" cy="3591207"/>
          </a:xfrm>
        </p:spPr>
        <p:txBody>
          <a:bodyPr>
            <a:normAutofit/>
          </a:bodyPr>
          <a:lstStyle/>
          <a:p>
            <a:r>
              <a:rPr lang="en-CA" sz="2400"/>
              <a:t>In the future we could work on fully expanding on our original idea of having mini-games within our board game and fully achieving what was in out original plan </a:t>
            </a:r>
            <a:endParaRPr lang="en-US" sz="2400"/>
          </a:p>
        </p:txBody>
      </p:sp>
    </p:spTree>
    <p:extLst>
      <p:ext uri="{BB962C8B-B14F-4D97-AF65-F5344CB8AC3E}">
        <p14:creationId xmlns:p14="http://schemas.microsoft.com/office/powerpoint/2010/main" val="421705552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641FF6-ED27-A495-5171-9F0C0B25619D}"/>
              </a:ext>
            </a:extLst>
          </p:cNvPr>
          <p:cNvSpPr>
            <a:spLocks noGrp="1"/>
          </p:cNvSpPr>
          <p:nvPr>
            <p:ph type="title"/>
          </p:nvPr>
        </p:nvSpPr>
        <p:spPr>
          <a:xfrm>
            <a:off x="761800" y="762001"/>
            <a:ext cx="5334197" cy="1708242"/>
          </a:xfrm>
        </p:spPr>
        <p:txBody>
          <a:bodyPr anchor="ctr">
            <a:normAutofit/>
          </a:bodyPr>
          <a:lstStyle/>
          <a:p>
            <a:r>
              <a:rPr lang="en-CA" sz="4000"/>
              <a:t>Results</a:t>
            </a:r>
            <a:endParaRPr lang="en-US" sz="4000"/>
          </a:p>
        </p:txBody>
      </p:sp>
      <p:sp>
        <p:nvSpPr>
          <p:cNvPr id="3" name="Content Placeholder 2">
            <a:extLst>
              <a:ext uri="{FF2B5EF4-FFF2-40B4-BE49-F238E27FC236}">
                <a16:creationId xmlns:a16="http://schemas.microsoft.com/office/drawing/2014/main" id="{6BD240B9-550C-3603-5FFC-BDE960498D27}"/>
              </a:ext>
            </a:extLst>
          </p:cNvPr>
          <p:cNvSpPr>
            <a:spLocks noGrp="1"/>
          </p:cNvSpPr>
          <p:nvPr>
            <p:ph idx="1"/>
          </p:nvPr>
        </p:nvSpPr>
        <p:spPr>
          <a:xfrm>
            <a:off x="761800" y="2470244"/>
            <a:ext cx="5334197" cy="3769835"/>
          </a:xfrm>
        </p:spPr>
        <p:txBody>
          <a:bodyPr anchor="ctr">
            <a:normAutofit/>
          </a:bodyPr>
          <a:lstStyle/>
          <a:p>
            <a:r>
              <a:rPr lang="en-US" sz="2000"/>
              <a:t>We made a fully functioning boardgame where:</a:t>
            </a:r>
          </a:p>
          <a:p>
            <a:pPr lvl="1"/>
            <a:r>
              <a:rPr lang="en-CA" sz="2000" kern="100">
                <a:effectLst/>
                <a:latin typeface="Times New Roman" panose="02020603050405020304" pitchFamily="18" charset="0"/>
                <a:ea typeface="Aptos" panose="020B0004020202020204" pitchFamily="34" charset="0"/>
                <a:cs typeface="Times New Roman" panose="02020603050405020304" pitchFamily="18" charset="0"/>
              </a:rPr>
              <a:t>The Game Logic is Functional</a:t>
            </a:r>
          </a:p>
          <a:p>
            <a:pPr lvl="1"/>
            <a:r>
              <a:rPr lang="en-CA" sz="2000" kern="100">
                <a:effectLst/>
                <a:latin typeface="Times New Roman" panose="02020603050405020304" pitchFamily="18" charset="0"/>
                <a:ea typeface="Aptos" panose="020B0004020202020204" pitchFamily="34" charset="0"/>
                <a:cs typeface="Times New Roman" panose="02020603050405020304" pitchFamily="18" charset="0"/>
              </a:rPr>
              <a:t>Valid Gameplay and Win Condition</a:t>
            </a:r>
          </a:p>
          <a:p>
            <a:pPr lvl="1"/>
            <a:r>
              <a:rPr lang="en-CA" sz="2000" kern="100">
                <a:effectLst/>
                <a:latin typeface="Times New Roman" panose="02020603050405020304" pitchFamily="18" charset="0"/>
                <a:ea typeface="Aptos" panose="020B0004020202020204" pitchFamily="34" charset="0"/>
                <a:cs typeface="Times New Roman" panose="02020603050405020304" pitchFamily="18" charset="0"/>
              </a:rPr>
              <a:t>Advancement through Action Cards</a:t>
            </a:r>
          </a:p>
          <a:p>
            <a:pPr lvl="1"/>
            <a:r>
              <a:rPr lang="en-CA" sz="2000" kern="100">
                <a:effectLst/>
                <a:latin typeface="Times New Roman" panose="02020603050405020304" pitchFamily="18" charset="0"/>
                <a:ea typeface="Aptos" panose="020B0004020202020204" pitchFamily="34" charset="0"/>
                <a:cs typeface="Times New Roman" panose="02020603050405020304" pitchFamily="18" charset="0"/>
              </a:rPr>
              <a:t>User Interface</a:t>
            </a:r>
            <a:endParaRPr lang="en-US" sz="2000"/>
          </a:p>
        </p:txBody>
      </p:sp>
      <p:pic>
        <p:nvPicPr>
          <p:cNvPr id="5" name="Picture 4" descr="Dice and pins on a board game">
            <a:extLst>
              <a:ext uri="{FF2B5EF4-FFF2-40B4-BE49-F238E27FC236}">
                <a16:creationId xmlns:a16="http://schemas.microsoft.com/office/drawing/2014/main" id="{8BA358DF-75CB-FD3B-1884-5FD43DDAA9BD}"/>
              </a:ext>
            </a:extLst>
          </p:cNvPr>
          <p:cNvPicPr>
            <a:picLocks noChangeAspect="1"/>
          </p:cNvPicPr>
          <p:nvPr/>
        </p:nvPicPr>
        <p:blipFill>
          <a:blip r:embed="rId3"/>
          <a:srcRect l="13576" r="34782"/>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181552916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lose up image of hands applauding">
            <a:extLst>
              <a:ext uri="{FF2B5EF4-FFF2-40B4-BE49-F238E27FC236}">
                <a16:creationId xmlns:a16="http://schemas.microsoft.com/office/drawing/2014/main" id="{5468AC78-9429-58C1-E276-A917FC03D1C1}"/>
              </a:ext>
            </a:extLst>
          </p:cNvPr>
          <p:cNvPicPr>
            <a:picLocks noChangeAspect="1"/>
          </p:cNvPicPr>
          <p:nvPr/>
        </p:nvPicPr>
        <p:blipFill>
          <a:blip r:embed="rId2">
            <a:alphaModFix amt="50000"/>
          </a:blip>
          <a:srcRect t="596" b="15134"/>
          <a:stretch/>
        </p:blipFill>
        <p:spPr>
          <a:xfrm>
            <a:off x="20" y="1"/>
            <a:ext cx="12191980" cy="6857999"/>
          </a:xfrm>
          <a:prstGeom prst="rect">
            <a:avLst/>
          </a:prstGeom>
        </p:spPr>
      </p:pic>
      <p:sp>
        <p:nvSpPr>
          <p:cNvPr id="2" name="Title 1">
            <a:extLst>
              <a:ext uri="{FF2B5EF4-FFF2-40B4-BE49-F238E27FC236}">
                <a16:creationId xmlns:a16="http://schemas.microsoft.com/office/drawing/2014/main" id="{E414268C-EE77-9174-EB21-C0C3C513B2FC}"/>
              </a:ext>
            </a:extLst>
          </p:cNvPr>
          <p:cNvSpPr>
            <a:spLocks noGrp="1"/>
          </p:cNvSpPr>
          <p:nvPr>
            <p:ph type="title"/>
          </p:nvPr>
        </p:nvSpPr>
        <p:spPr>
          <a:xfrm>
            <a:off x="1524000" y="1122362"/>
            <a:ext cx="9144000" cy="2900518"/>
          </a:xfrm>
        </p:spPr>
        <p:txBody>
          <a:bodyPr vert="horz" lIns="91440" tIns="45720" rIns="91440" bIns="45720" rtlCol="0" anchor="b">
            <a:normAutofit/>
          </a:bodyPr>
          <a:lstStyle/>
          <a:p>
            <a:pPr algn="ctr"/>
            <a:r>
              <a:rPr lang="en-US" sz="6000">
                <a:solidFill>
                  <a:srgbClr val="FFFFFF"/>
                </a:solidFill>
              </a:rPr>
              <a:t>Thank you for listening! </a:t>
            </a:r>
            <a:r>
              <a:rPr lang="en-US" sz="6000">
                <a:solidFill>
                  <a:srgbClr val="FFFFFF"/>
                </a:solidFill>
                <a:sym typeface="Wingdings" panose="05000000000000000000" pitchFamily="2" charset="2"/>
              </a:rPr>
              <a:t></a:t>
            </a:r>
            <a:endParaRPr lang="en-US" sz="6000">
              <a:solidFill>
                <a:srgbClr val="FFFFFF"/>
              </a:solidFill>
            </a:endParaRPr>
          </a:p>
        </p:txBody>
      </p:sp>
    </p:spTree>
    <p:extLst>
      <p:ext uri="{BB962C8B-B14F-4D97-AF65-F5344CB8AC3E}">
        <p14:creationId xmlns:p14="http://schemas.microsoft.com/office/powerpoint/2010/main" val="62973055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1830</Words>
  <Application>Microsoft Office PowerPoint</Application>
  <PresentationFormat>Widescreen</PresentationFormat>
  <Paragraphs>95</Paragraphs>
  <Slides>14</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Times New Roman</vt:lpstr>
      <vt:lpstr>Wingdings</vt:lpstr>
      <vt:lpstr>Office Theme</vt:lpstr>
      <vt:lpstr>Boardventure: Spin, Play, Win</vt:lpstr>
      <vt:lpstr>Table of Contents</vt:lpstr>
      <vt:lpstr>About our game</vt:lpstr>
      <vt:lpstr>How to Play</vt:lpstr>
      <vt:lpstr>How to Win</vt:lpstr>
      <vt:lpstr> Background and Related Works </vt:lpstr>
      <vt:lpstr>Motivation – why we chose this</vt:lpstr>
      <vt:lpstr>Problem Statement </vt:lpstr>
      <vt:lpstr>Solution Strategy and Implementation</vt:lpstr>
      <vt:lpstr>Experimental Framework</vt:lpstr>
      <vt:lpstr>Timeline of Activities</vt:lpstr>
      <vt:lpstr>Future work</vt:lpstr>
      <vt:lpstr>Results</vt:lpstr>
      <vt:lpstr>Thank you for listening!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Boardventure: Spin, Play, Win</dc:title>
  <dc:creator>Ruhani Jindal</dc:creator>
  <cp:lastModifiedBy>Ruhani Jindal</cp:lastModifiedBy>
  <cp:revision>1</cp:revision>
  <dcterms:created xsi:type="dcterms:W3CDTF">2025-03-11T16:15:39Z</dcterms:created>
  <dcterms:modified xsi:type="dcterms:W3CDTF">2025-04-01T19:08:58Z</dcterms:modified>
</cp:coreProperties>
</file>